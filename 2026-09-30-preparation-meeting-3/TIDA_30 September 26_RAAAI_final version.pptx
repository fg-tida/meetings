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8.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9.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797" r:id="rId2"/>
    <p:sldMasterId id="2147483816" r:id="rId3"/>
    <p:sldMasterId id="2147483683" r:id="rId4"/>
    <p:sldMasterId id="2147483892" r:id="rId5"/>
    <p:sldMasterId id="2147483895" r:id="rId6"/>
    <p:sldMasterId id="2147483903" r:id="rId7"/>
    <p:sldMasterId id="2147483905" r:id="rId8"/>
    <p:sldMasterId id="2147483936" r:id="rId9"/>
    <p:sldMasterId id="2147483944" r:id="rId10"/>
    <p:sldMasterId id="2147483949" r:id="rId11"/>
    <p:sldMasterId id="2147483951" r:id="rId12"/>
  </p:sldMasterIdLst>
  <p:notesMasterIdLst>
    <p:notesMasterId r:id="rId21"/>
  </p:notesMasterIdLst>
  <p:handoutMasterIdLst>
    <p:handoutMasterId r:id="rId22"/>
  </p:handoutMasterIdLst>
  <p:sldIdLst>
    <p:sldId id="287" r:id="rId13"/>
    <p:sldId id="2147483629" r:id="rId14"/>
    <p:sldId id="2147483646" r:id="rId15"/>
    <p:sldId id="291" r:id="rId16"/>
    <p:sldId id="2147483644" r:id="rId17"/>
    <p:sldId id="256" r:id="rId18"/>
    <p:sldId id="259" r:id="rId19"/>
    <p:sldId id="257" r:id="rId20"/>
  </p:sldIdLst>
  <p:sldSz cx="12196763" cy="6858000"/>
  <p:notesSz cx="6797675" cy="9872663"/>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page" id="{FD05EE94-C931-8C4B-83A2-004B32AA1207}">
          <p14:sldIdLst>
            <p14:sldId id="287"/>
            <p14:sldId id="2147483629"/>
            <p14:sldId id="2147483646"/>
            <p14:sldId id="291"/>
            <p14:sldId id="2147483644"/>
            <p14:sldId id="256"/>
            <p14:sldId id="259"/>
            <p14:sldId id="257"/>
          </p14:sldIdLst>
        </p14:section>
        <p14:section name="End page" id="{3F9D54A7-3BE2-2540-BB4C-DFE5509085F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B7DF"/>
    <a:srgbClr val="496E34"/>
    <a:srgbClr val="F4FBEF"/>
    <a:srgbClr val="BEE7A6"/>
    <a:srgbClr val="FFF4CB"/>
    <a:srgbClr val="BA5F06"/>
    <a:srgbClr val="FFDF64"/>
    <a:srgbClr val="E9002F"/>
    <a:srgbClr val="0070C0"/>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90" autoAdjust="0"/>
    <p:restoredTop sz="90061" autoAdjust="0"/>
  </p:normalViewPr>
  <p:slideViewPr>
    <p:cSldViewPr snapToGrid="0" snapToObjects="1">
      <p:cViewPr varScale="1">
        <p:scale>
          <a:sx n="67" d="100"/>
          <a:sy n="67" d="100"/>
        </p:scale>
        <p:origin x="144"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50443" y="0"/>
            <a:ext cx="2945659" cy="495348"/>
          </a:xfrm>
          <a:prstGeom prst="rect">
            <a:avLst/>
          </a:prstGeom>
        </p:spPr>
        <p:txBody>
          <a:bodyPr vert="horz" lIns="91440" tIns="45720" rIns="91440" bIns="45720" rtlCol="0"/>
          <a:lstStyle>
            <a:lvl1pPr algn="r">
              <a:defRPr sz="1200"/>
            </a:lvl1pPr>
          </a:lstStyle>
          <a:p>
            <a:fld id="{E8CF71B8-DF2A-2E41-BE66-2E18A767DA8A}" type="datetimeFigureOut">
              <a:rPr lang="en-US" smtClean="0"/>
              <a:t>9/30/2026</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9377317"/>
            <a:ext cx="2945659" cy="49534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50443" y="9377317"/>
            <a:ext cx="2945659" cy="49534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0DD60A27-BF12-6744-9E93-932A0E34D8BB}" type="datetimeFigureOut">
              <a:rPr lang="en-US" smtClean="0"/>
              <a:t>9/30/2026</a:t>
            </a:fld>
            <a:endParaRPr lang="en-US"/>
          </a:p>
        </p:txBody>
      </p:sp>
      <p:sp>
        <p:nvSpPr>
          <p:cNvPr id="4" name="Slide Image Placeholder 3"/>
          <p:cNvSpPr>
            <a:spLocks noGrp="1" noRot="1" noChangeAspect="1"/>
          </p:cNvSpPr>
          <p:nvPr>
            <p:ph type="sldImg" idx="2"/>
          </p:nvPr>
        </p:nvSpPr>
        <p:spPr>
          <a:xfrm>
            <a:off x="436563" y="1233488"/>
            <a:ext cx="5924550" cy="33321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7317"/>
            <a:ext cx="2945659" cy="49534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377317"/>
            <a:ext cx="2945659" cy="49534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78" rtl="0" eaLnBrk="1" fontAlgn="auto" latinLnBrk="0" hangingPunct="1">
              <a:lnSpc>
                <a:spcPct val="100000"/>
              </a:lnSpc>
              <a:spcBef>
                <a:spcPts val="0"/>
              </a:spcBef>
              <a:spcAft>
                <a:spcPts val="0"/>
              </a:spcAft>
              <a:buClrTx/>
              <a:buSzTx/>
              <a:buFontTx/>
              <a:buNone/>
              <a:tabLst/>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78"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0851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07326F3-4732-B74B-9C70-D0992466E499}" type="slidenum">
              <a:rPr lang="en-US" smtClean="0"/>
              <a:t>2</a:t>
            </a:fld>
            <a:endParaRPr lang="en-US"/>
          </a:p>
        </p:txBody>
      </p:sp>
    </p:spTree>
    <p:extLst>
      <p:ext uri="{BB962C8B-B14F-4D97-AF65-F5344CB8AC3E}">
        <p14:creationId xmlns:p14="http://schemas.microsoft.com/office/powerpoint/2010/main" val="2901077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marL="0" marR="0" lvl="0" indent="0" algn="r" defTabSz="914478" rtl="0" eaLnBrk="1" fontAlgn="auto" latinLnBrk="0" hangingPunct="1">
              <a:lnSpc>
                <a:spcPct val="100000"/>
              </a:lnSpc>
              <a:spcBef>
                <a:spcPts val="0"/>
              </a:spcBef>
              <a:spcAft>
                <a:spcPts val="0"/>
              </a:spcAft>
              <a:buClrTx/>
              <a:buSzTx/>
              <a:buFontTx/>
              <a:buNone/>
              <a:tabLst/>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78"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9922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07326F3-4732-B74B-9C70-D0992466E499}" type="slidenum">
              <a:rPr lang="en-US" smtClean="0"/>
              <a:t>4</a:t>
            </a:fld>
            <a:endParaRPr lang="en-US"/>
          </a:p>
        </p:txBody>
      </p:sp>
    </p:spTree>
    <p:extLst>
      <p:ext uri="{BB962C8B-B14F-4D97-AF65-F5344CB8AC3E}">
        <p14:creationId xmlns:p14="http://schemas.microsoft.com/office/powerpoint/2010/main" val="2433176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Comment: many UC scenarios, may be many sub-items  in a work item </a:t>
            </a:r>
          </a:p>
          <a:p>
            <a:pPr marL="0" marR="0" lvl="0" indent="0" algn="l" defTabSz="1219304"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Helvetica Neue"/>
                <a:ea typeface="Arial Unicode MS"/>
                <a:cs typeface="Arial Unicode MS"/>
              </a:rPr>
              <a:t>WI 4: Drafts for Standard Submission </a:t>
            </a:r>
          </a:p>
          <a:p>
            <a:endParaRPr lang="en-SG" dirty="0"/>
          </a:p>
        </p:txBody>
      </p:sp>
      <p:sp>
        <p:nvSpPr>
          <p:cNvPr id="4" name="Slide Number Placeholder 3"/>
          <p:cNvSpPr>
            <a:spLocks noGrp="1"/>
          </p:cNvSpPr>
          <p:nvPr>
            <p:ph type="sldNum" sz="quarter" idx="5"/>
          </p:nvPr>
        </p:nvSpPr>
        <p:spPr/>
        <p:txBody>
          <a:bodyPr/>
          <a:lstStyle/>
          <a:p>
            <a:pPr marL="0" marR="0" lvl="0" indent="0" algn="r" defTabSz="914478" rtl="0" eaLnBrk="1" fontAlgn="auto" latinLnBrk="0" hangingPunct="1">
              <a:lnSpc>
                <a:spcPct val="100000"/>
              </a:lnSpc>
              <a:spcBef>
                <a:spcPts val="0"/>
              </a:spcBef>
              <a:spcAft>
                <a:spcPts val="0"/>
              </a:spcAft>
              <a:buClrTx/>
              <a:buSzTx/>
              <a:buFontTx/>
              <a:buNone/>
              <a:tabLst/>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78"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6265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8AD6CB8-FF5C-4D1E-AB40-E75602AD67CB}" type="slidenum">
              <a:rPr kumimoji="0" lang="zh-CN" altLang="en-US" sz="1200" b="0" i="0" u="none" strike="noStrike" kern="1200" cap="none" spc="0" normalizeH="0" baseline="0" noProof="0" smtClean="0">
                <a:ln>
                  <a:noFill/>
                </a:ln>
                <a:solidFill>
                  <a:prstClr val="black"/>
                </a:solidFill>
                <a:effectLst/>
                <a:uLnTx/>
                <a:uFillTx/>
                <a:latin typeface="Arial"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3416368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304" rtl="0" eaLnBrk="1" fontAlgn="auto" latinLnBrk="0" hangingPunct="1">
              <a:lnSpc>
                <a:spcPct val="100000"/>
              </a:lnSpc>
              <a:spcBef>
                <a:spcPts val="0"/>
              </a:spcBef>
              <a:spcAft>
                <a:spcPts val="0"/>
              </a:spcAft>
              <a:buClrTx/>
              <a:buSzTx/>
              <a:buFontTx/>
              <a:buNone/>
              <a:tabLst/>
              <a:defRPr/>
            </a:pPr>
            <a:endParaRPr lang="en-SG" dirty="0"/>
          </a:p>
        </p:txBody>
      </p:sp>
      <p:sp>
        <p:nvSpPr>
          <p:cNvPr id="4" name="Slide Number Placeholder 3"/>
          <p:cNvSpPr>
            <a:spLocks noGrp="1"/>
          </p:cNvSpPr>
          <p:nvPr>
            <p:ph type="sldNum" sz="quarter" idx="5"/>
          </p:nvPr>
        </p:nvSpPr>
        <p:spPr/>
        <p:txBody>
          <a:bodyPr/>
          <a:lstStyle/>
          <a:p>
            <a:fld id="{F07326F3-4732-B74B-9C70-D0992466E499}" type="slidenum">
              <a:rPr lang="en-US" smtClean="0"/>
              <a:t>7</a:t>
            </a:fld>
            <a:endParaRPr lang="en-US"/>
          </a:p>
        </p:txBody>
      </p:sp>
    </p:spTree>
    <p:extLst>
      <p:ext uri="{BB962C8B-B14F-4D97-AF65-F5344CB8AC3E}">
        <p14:creationId xmlns:p14="http://schemas.microsoft.com/office/powerpoint/2010/main" val="4879919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9.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xplore">
    <p:bg>
      <p:bgPr>
        <a:solidFill>
          <a:schemeClr val="tx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p:blipFill>
        <p:spPr>
          <a:xfrm>
            <a:off x="0" y="0"/>
            <a:ext cx="12206140" cy="5594695"/>
          </a:xfrm>
          <a:prstGeom prst="rect">
            <a:avLst/>
          </a:prstGeom>
        </p:spPr>
      </p:pic>
      <p:sp>
        <p:nvSpPr>
          <p:cNvPr id="10" name="Text Placeholder 2">
            <a:extLst>
              <a:ext uri="{FF2B5EF4-FFF2-40B4-BE49-F238E27FC236}">
                <a16:creationId xmlns:a16="http://schemas.microsoft.com/office/drawing/2014/main" id="{BC6FADA1-64AC-754D-8189-CC7486A73AA6}"/>
              </a:ext>
            </a:extLst>
          </p:cNvPr>
          <p:cNvSpPr>
            <a:spLocks noGrp="1"/>
          </p:cNvSpPr>
          <p:nvPr>
            <p:ph type="body" sz="quarter" idx="11"/>
          </p:nvPr>
        </p:nvSpPr>
        <p:spPr>
          <a:xfrm>
            <a:off x="912855" y="6237532"/>
            <a:ext cx="1483104" cy="279014"/>
          </a:xfrm>
          <a:prstGeom prst="rect">
            <a:avLst/>
          </a:prstGeom>
        </p:spPr>
        <p:txBody>
          <a:bodyPr lIns="0" tIns="0" rIns="0" bIns="0"/>
          <a:lstStyle>
            <a:lvl1pPr>
              <a:defRPr sz="9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ext Placeholder 2">
            <a:extLst>
              <a:ext uri="{FF2B5EF4-FFF2-40B4-BE49-F238E27FC236}">
                <a16:creationId xmlns:a16="http://schemas.microsoft.com/office/drawing/2014/main" id="{80221E27-F39A-5848-9F2D-07F8693DFAE1}"/>
              </a:ext>
            </a:extLst>
          </p:cNvPr>
          <p:cNvSpPr>
            <a:spLocks noGrp="1"/>
          </p:cNvSpPr>
          <p:nvPr>
            <p:ph type="body" sz="quarter" idx="10"/>
          </p:nvPr>
        </p:nvSpPr>
        <p:spPr>
          <a:xfrm>
            <a:off x="936005" y="1940429"/>
            <a:ext cx="6522800" cy="1148459"/>
          </a:xfrm>
          <a:prstGeom prst="rect">
            <a:avLst/>
          </a:prstGeom>
        </p:spPr>
        <p:txBody>
          <a:bodyPr lIns="0" tIns="0" rIns="0" bIns="0"/>
          <a:lstStyle>
            <a:lvl1pPr>
              <a:defRPr sz="14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9" name="Subtitle 2">
            <a:extLst>
              <a:ext uri="{FF2B5EF4-FFF2-40B4-BE49-F238E27FC236}">
                <a16:creationId xmlns:a16="http://schemas.microsoft.com/office/drawing/2014/main" id="{D08BA7CF-6D0E-3345-90BD-85C5AFAE5BE8}"/>
              </a:ext>
            </a:extLst>
          </p:cNvPr>
          <p:cNvSpPr>
            <a:spLocks noGrp="1"/>
          </p:cNvSpPr>
          <p:nvPr>
            <p:ph type="subTitle" idx="1" hasCustomPrompt="1"/>
          </p:nvPr>
        </p:nvSpPr>
        <p:spPr>
          <a:xfrm>
            <a:off x="894275" y="900634"/>
            <a:ext cx="6586025" cy="813866"/>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165194953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lligence">
    <p:bg>
      <p:bgPr>
        <a:solidFill>
          <a:schemeClr val="tx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18604"/>
          <a:stretch/>
        </p:blipFill>
        <p:spPr>
          <a:xfrm>
            <a:off x="0" y="375"/>
            <a:ext cx="12197432" cy="5599236"/>
          </a:xfrm>
          <a:prstGeom prst="rect">
            <a:avLst/>
          </a:prstGeom>
        </p:spPr>
      </p:pic>
      <p:sp>
        <p:nvSpPr>
          <p:cNvPr id="18" name="L 形 17"/>
          <p:cNvSpPr/>
          <p:nvPr userDrawn="1"/>
        </p:nvSpPr>
        <p:spPr>
          <a:xfrm rot="5400000">
            <a:off x="5352597" y="2376386"/>
            <a:ext cx="744262" cy="762208"/>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9" name="Text Placeholder 2">
            <a:extLst>
              <a:ext uri="{FF2B5EF4-FFF2-40B4-BE49-F238E27FC236}">
                <a16:creationId xmlns:a16="http://schemas.microsoft.com/office/drawing/2014/main" id="{80221E27-F39A-5848-9F2D-07F8693DFAE1}"/>
              </a:ext>
            </a:extLst>
          </p:cNvPr>
          <p:cNvSpPr>
            <a:spLocks noGrp="1"/>
          </p:cNvSpPr>
          <p:nvPr>
            <p:ph type="body" sz="quarter" idx="10"/>
          </p:nvPr>
        </p:nvSpPr>
        <p:spPr>
          <a:xfrm>
            <a:off x="936005" y="1940429"/>
            <a:ext cx="4181685" cy="1148459"/>
          </a:xfrm>
          <a:prstGeom prst="rect">
            <a:avLst/>
          </a:prstGeom>
        </p:spPr>
        <p:txBody>
          <a:bodyPr lIns="0" tIns="0" rIns="0" bIns="0"/>
          <a:lstStyle>
            <a:lvl1pPr>
              <a:defRPr sz="14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8" name="Text Placeholder 2">
            <a:extLst>
              <a:ext uri="{FF2B5EF4-FFF2-40B4-BE49-F238E27FC236}">
                <a16:creationId xmlns:a16="http://schemas.microsoft.com/office/drawing/2014/main" id="{00C28CF6-72CE-7444-957F-92103ED40543}"/>
              </a:ext>
            </a:extLst>
          </p:cNvPr>
          <p:cNvSpPr>
            <a:spLocks noGrp="1"/>
          </p:cNvSpPr>
          <p:nvPr>
            <p:ph type="body" sz="quarter" idx="11"/>
          </p:nvPr>
        </p:nvSpPr>
        <p:spPr>
          <a:xfrm>
            <a:off x="912855" y="6237532"/>
            <a:ext cx="1483104" cy="279014"/>
          </a:xfrm>
          <a:prstGeom prst="rect">
            <a:avLst/>
          </a:prstGeom>
        </p:spPr>
        <p:txBody>
          <a:bodyPr lIns="0" tIns="0" rIns="0" bIns="0"/>
          <a:lstStyle>
            <a:lvl1pPr>
              <a:defRPr sz="9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10" name="Subtitle 2">
            <a:extLst>
              <a:ext uri="{FF2B5EF4-FFF2-40B4-BE49-F238E27FC236}">
                <a16:creationId xmlns:a16="http://schemas.microsoft.com/office/drawing/2014/main" id="{6BEE1CA6-ECDC-5D4C-AF96-D8818FE8831A}"/>
              </a:ext>
            </a:extLst>
          </p:cNvPr>
          <p:cNvSpPr>
            <a:spLocks noGrp="1"/>
          </p:cNvSpPr>
          <p:nvPr>
            <p:ph type="subTitle" idx="1" hasCustomPrompt="1"/>
          </p:nvPr>
        </p:nvSpPr>
        <p:spPr>
          <a:xfrm>
            <a:off x="894275" y="900634"/>
            <a:ext cx="6586025" cy="813866"/>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35144873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novation">
    <p:bg>
      <p:bgPr>
        <a:solidFill>
          <a:schemeClr val="tx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t="1" b="18476"/>
          <a:stretch/>
        </p:blipFill>
        <p:spPr>
          <a:xfrm>
            <a:off x="0" y="374"/>
            <a:ext cx="12197432" cy="5590529"/>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7" name="Text Placeholder 2">
            <a:extLst>
              <a:ext uri="{FF2B5EF4-FFF2-40B4-BE49-F238E27FC236}">
                <a16:creationId xmlns:a16="http://schemas.microsoft.com/office/drawing/2014/main" id="{80221E27-F39A-5848-9F2D-07F8693DFAE1}"/>
              </a:ext>
            </a:extLst>
          </p:cNvPr>
          <p:cNvSpPr>
            <a:spLocks noGrp="1"/>
          </p:cNvSpPr>
          <p:nvPr>
            <p:ph type="body" sz="quarter" idx="10"/>
          </p:nvPr>
        </p:nvSpPr>
        <p:spPr>
          <a:xfrm>
            <a:off x="936005" y="1940429"/>
            <a:ext cx="4913952" cy="1148459"/>
          </a:xfrm>
          <a:prstGeom prst="rect">
            <a:avLst/>
          </a:prstGeom>
        </p:spPr>
        <p:txBody>
          <a:bodyPr lIns="0" tIns="0" rIns="0" bIns="0"/>
          <a:lstStyle>
            <a:lvl1pPr>
              <a:defRPr sz="14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10" name="Text Placeholder 2">
            <a:extLst>
              <a:ext uri="{FF2B5EF4-FFF2-40B4-BE49-F238E27FC236}">
                <a16:creationId xmlns:a16="http://schemas.microsoft.com/office/drawing/2014/main" id="{2894DB30-FB81-8C43-84D2-D602CEBBFCB8}"/>
              </a:ext>
            </a:extLst>
          </p:cNvPr>
          <p:cNvSpPr>
            <a:spLocks noGrp="1"/>
          </p:cNvSpPr>
          <p:nvPr>
            <p:ph type="body" sz="quarter" idx="11"/>
          </p:nvPr>
        </p:nvSpPr>
        <p:spPr>
          <a:xfrm>
            <a:off x="912855" y="6237532"/>
            <a:ext cx="1483104" cy="279014"/>
          </a:xfrm>
          <a:prstGeom prst="rect">
            <a:avLst/>
          </a:prstGeom>
        </p:spPr>
        <p:txBody>
          <a:bodyPr lIns="0" tIns="0" rIns="0" bIns="0"/>
          <a:lstStyle>
            <a:lvl1pPr>
              <a:defRPr sz="9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8" name="Subtitle 2">
            <a:extLst>
              <a:ext uri="{FF2B5EF4-FFF2-40B4-BE49-F238E27FC236}">
                <a16:creationId xmlns:a16="http://schemas.microsoft.com/office/drawing/2014/main" id="{85547E01-69EF-354E-A3D7-2F57B5B164C3}"/>
              </a:ext>
            </a:extLst>
          </p:cNvPr>
          <p:cNvSpPr>
            <a:spLocks noGrp="1"/>
          </p:cNvSpPr>
          <p:nvPr>
            <p:ph type="subTitle" idx="1" hasCustomPrompt="1"/>
          </p:nvPr>
        </p:nvSpPr>
        <p:spPr>
          <a:xfrm>
            <a:off x="894275" y="900634"/>
            <a:ext cx="6586025" cy="813866"/>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174940993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cend">
    <p:bg>
      <p:bgPr>
        <a:solidFill>
          <a:schemeClr val="tx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17902"/>
          <a:stretch/>
        </p:blipFill>
        <p:spPr>
          <a:xfrm>
            <a:off x="0" y="-74021"/>
            <a:ext cx="12197432" cy="5668718"/>
          </a:xfrm>
          <a:prstGeom prst="rect">
            <a:avLst/>
          </a:prstGeom>
        </p:spPr>
      </p:pic>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9" name="Text Placeholder 2">
            <a:extLst>
              <a:ext uri="{FF2B5EF4-FFF2-40B4-BE49-F238E27FC236}">
                <a16:creationId xmlns:a16="http://schemas.microsoft.com/office/drawing/2014/main" id="{80221E27-F39A-5848-9F2D-07F8693DFAE1}"/>
              </a:ext>
            </a:extLst>
          </p:cNvPr>
          <p:cNvSpPr>
            <a:spLocks noGrp="1"/>
          </p:cNvSpPr>
          <p:nvPr>
            <p:ph type="body" sz="quarter" idx="10"/>
          </p:nvPr>
        </p:nvSpPr>
        <p:spPr>
          <a:xfrm>
            <a:off x="936005" y="1940429"/>
            <a:ext cx="6522800" cy="1148459"/>
          </a:xfrm>
          <a:prstGeom prst="rect">
            <a:avLst/>
          </a:prstGeom>
        </p:spPr>
        <p:txBody>
          <a:bodyPr lIns="0" tIns="0" rIns="0" bIns="0"/>
          <a:lstStyle>
            <a:lvl1pPr>
              <a:defRPr sz="14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10" name="Text Placeholder 2">
            <a:extLst>
              <a:ext uri="{FF2B5EF4-FFF2-40B4-BE49-F238E27FC236}">
                <a16:creationId xmlns:a16="http://schemas.microsoft.com/office/drawing/2014/main" id="{C25CFD13-9C9C-6F4D-9AC2-E2D74CD60048}"/>
              </a:ext>
            </a:extLst>
          </p:cNvPr>
          <p:cNvSpPr>
            <a:spLocks noGrp="1"/>
          </p:cNvSpPr>
          <p:nvPr>
            <p:ph type="body" sz="quarter" idx="11"/>
          </p:nvPr>
        </p:nvSpPr>
        <p:spPr>
          <a:xfrm>
            <a:off x="912855" y="6237532"/>
            <a:ext cx="1483104" cy="279014"/>
          </a:xfrm>
          <a:prstGeom prst="rect">
            <a:avLst/>
          </a:prstGeom>
        </p:spPr>
        <p:txBody>
          <a:bodyPr lIns="0" tIns="0" rIns="0" bIns="0"/>
          <a:lstStyle>
            <a:lvl1pPr>
              <a:defRPr sz="9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11" name="Subtitle 2">
            <a:extLst>
              <a:ext uri="{FF2B5EF4-FFF2-40B4-BE49-F238E27FC236}">
                <a16:creationId xmlns:a16="http://schemas.microsoft.com/office/drawing/2014/main" id="{3BE97340-3746-2843-A081-908ECE911D81}"/>
              </a:ext>
            </a:extLst>
          </p:cNvPr>
          <p:cNvSpPr>
            <a:spLocks noGrp="1"/>
          </p:cNvSpPr>
          <p:nvPr>
            <p:ph type="subTitle" idx="1" hasCustomPrompt="1"/>
          </p:nvPr>
        </p:nvSpPr>
        <p:spPr>
          <a:xfrm>
            <a:off x="894275" y="900634"/>
            <a:ext cx="6586025" cy="813866"/>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53737076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hapter pag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B59AE43-8096-BF49-A3DF-423FBC054CA7}"/>
              </a:ext>
            </a:extLst>
          </p:cNvPr>
          <p:cNvSpPr>
            <a:spLocks noGrp="1"/>
          </p:cNvSpPr>
          <p:nvPr>
            <p:ph idx="11"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n-lt"/>
                <a:ea typeface="Microsoft YaHei" panose="020B0503020204020204" pitchFamily="34" charset="-122"/>
                <a:cs typeface="Arial" panose="020B0604020202020204" pitchFamily="34" charset="0"/>
              </a:defRPr>
            </a:lvl1pPr>
            <a:lvl2pPr marL="446501" marR="0" indent="-285750"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n-lt"/>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n-lt"/>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en-US" dirty="0"/>
              <a:t>Click to edit Master text style</a:t>
            </a:r>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en-US" dirty="0"/>
              <a:t>Click to edit Master text style</a:t>
            </a:r>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en-US" dirty="0"/>
              <a:t>Click to edit Master text style</a:t>
            </a:r>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218579137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656" y="165101"/>
            <a:ext cx="11161453" cy="888186"/>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tabLst/>
              <a:defRPr sz="3599" b="0">
                <a:solidFill>
                  <a:schemeClr val="tx1">
                    <a:lumMod val="65000"/>
                    <a:lumOff val="35000"/>
                  </a:schemeClr>
                </a:solidFill>
              </a:defRPr>
            </a:lvl1pPr>
          </a:lstStyle>
          <a:p>
            <a:r>
              <a:rPr lang="en-US" altLang="zh-CN" dirty="0"/>
              <a:t>Headline in Arial Regular 36 point</a:t>
            </a:r>
          </a:p>
        </p:txBody>
      </p:sp>
      <p:sp>
        <p:nvSpPr>
          <p:cNvPr id="3" name="副标题 2"/>
          <p:cNvSpPr>
            <a:spLocks noGrp="1"/>
          </p:cNvSpPr>
          <p:nvPr>
            <p:ph type="subTitle" idx="1" hasCustomPrompt="1"/>
          </p:nvPr>
        </p:nvSpPr>
        <p:spPr>
          <a:xfrm>
            <a:off x="517656" y="1269262"/>
            <a:ext cx="11161453" cy="5031593"/>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199" indent="0" algn="ctr">
              <a:buNone/>
              <a:defRPr>
                <a:solidFill>
                  <a:schemeClr val="tx1">
                    <a:tint val="75000"/>
                  </a:schemeClr>
                </a:solidFill>
              </a:defRPr>
            </a:lvl8pPr>
            <a:lvl9pPr marL="4876799" indent="0" algn="ctr">
              <a:buNone/>
              <a:defRPr>
                <a:solidFill>
                  <a:schemeClr val="tx1">
                    <a:tint val="75000"/>
                  </a:schemeClr>
                </a:solidFill>
              </a:defRPr>
            </a:lvl9pPr>
          </a:lstStyle>
          <a:p>
            <a:r>
              <a:rPr lang="en-US" altLang="zh-CN" dirty="0"/>
              <a:t>Copy text in Arial Regular 20 - 32 point </a:t>
            </a:r>
          </a:p>
        </p:txBody>
      </p:sp>
    </p:spTree>
    <p:extLst>
      <p:ext uri="{BB962C8B-B14F-4D97-AF65-F5344CB8AC3E}">
        <p14:creationId xmlns:p14="http://schemas.microsoft.com/office/powerpoint/2010/main" val="1475607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FFFFFF"/>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599EA8-6349-3349-B5F3-BFB77398A869}"/>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hapter pag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B59AE43-8096-BF49-A3DF-423FBC054CA7}"/>
              </a:ext>
            </a:extLst>
          </p:cNvPr>
          <p:cNvSpPr>
            <a:spLocks noGrp="1"/>
          </p:cNvSpPr>
          <p:nvPr>
            <p:ph idx="11"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n-lt"/>
                <a:ea typeface="Microsoft YaHei" panose="020B0503020204020204" pitchFamily="34" charset="-122"/>
                <a:cs typeface="Arial" panose="020B0604020202020204" pitchFamily="34" charset="0"/>
              </a:defRPr>
            </a:lvl1pPr>
            <a:lvl2pPr marL="446501" marR="0" indent="-285750"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n-lt"/>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n-lt"/>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en-US" dirty="0"/>
              <a:t>Click to edit Master text style</a:t>
            </a:r>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en-US" dirty="0"/>
              <a:t>Click to edit Master text style</a:t>
            </a:r>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en-US" dirty="0"/>
              <a:t>Click to edit Master text style</a:t>
            </a:r>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152212607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7"/>
              </a:lnSpc>
              <a:spcBef>
                <a:spcPts val="0"/>
              </a:spcBef>
              <a:buNone/>
              <a:defRPr sz="3197" baseline="0">
                <a:solidFill>
                  <a:schemeClr val="tx1"/>
                </a:solidFill>
                <a:latin typeface="Microsoft YaHei" panose="020B0503020204020204" pitchFamily="34" charset="-122"/>
                <a:ea typeface="Microsoft YaHei" panose="020B0503020204020204" pitchFamily="34" charset="-122"/>
              </a:defRPr>
            </a:lvl1pPr>
            <a:lvl2pPr marL="593188" indent="0" algn="ctr">
              <a:buNone/>
              <a:defRPr sz="2595"/>
            </a:lvl2pPr>
            <a:lvl3pPr marL="1186373" indent="0" algn="ctr">
              <a:buNone/>
              <a:defRPr sz="2335"/>
            </a:lvl3pPr>
            <a:lvl4pPr marL="1779562" indent="0" algn="ctr">
              <a:buNone/>
              <a:defRPr sz="2076"/>
            </a:lvl4pPr>
            <a:lvl5pPr marL="2372749" indent="0" algn="ctr">
              <a:buNone/>
              <a:defRPr sz="2076"/>
            </a:lvl5pPr>
            <a:lvl6pPr marL="2965935" indent="0" algn="ctr">
              <a:buNone/>
              <a:defRPr sz="2076"/>
            </a:lvl6pPr>
            <a:lvl7pPr marL="3559122" indent="0" algn="ctr">
              <a:buNone/>
              <a:defRPr sz="2076"/>
            </a:lvl7pPr>
            <a:lvl8pPr marL="4152310" indent="0" algn="ctr">
              <a:buNone/>
              <a:defRPr sz="2076"/>
            </a:lvl8pPr>
            <a:lvl9pPr marL="4745496" indent="0" algn="ctr">
              <a:buNone/>
              <a:defRPr sz="2076"/>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911" y="1501989"/>
            <a:ext cx="10733557" cy="4690459"/>
          </a:xfrm>
          <a:prstGeom prst="rect">
            <a:avLst/>
          </a:prstGeom>
        </p:spPr>
        <p:txBody>
          <a:bodyPr lIns="0" tIns="0" rIns="0" bIns="0"/>
          <a:lstStyle>
            <a:lvl1pPr marL="12358" indent="0">
              <a:lnSpc>
                <a:spcPct val="100000"/>
              </a:lnSpc>
              <a:spcBef>
                <a:spcPts val="0"/>
              </a:spcBef>
              <a:buFontTx/>
              <a:buNone/>
              <a:tabLst>
                <a:tab pos="1206971" algn="ctr"/>
              </a:tabLst>
              <a:defRPr sz="1797"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220" indent="-170955">
              <a:buFont typeface="Arial" panose="020B0604020202020204" pitchFamily="34" charset="0"/>
              <a:buChar char="•"/>
              <a:tabLst>
                <a:tab pos="1206971" algn="ctr"/>
              </a:tabLst>
              <a:defRPr sz="1296" baseline="0"/>
            </a:lvl2pPr>
            <a:lvl3pPr marL="525220" indent="-170955">
              <a:buFont typeface="Arial" panose="020B0604020202020204" pitchFamily="34" charset="0"/>
              <a:buChar char="•"/>
              <a:tabLst>
                <a:tab pos="1206971" algn="ctr"/>
              </a:tabLst>
              <a:defRPr sz="1296" baseline="0"/>
            </a:lvl3pPr>
            <a:lvl4pPr marL="525220" indent="-170955">
              <a:buFont typeface="Arial" panose="020B0604020202020204" pitchFamily="34" charset="0"/>
              <a:buChar char="•"/>
              <a:tabLst>
                <a:tab pos="1206971" algn="ctr"/>
              </a:tabLst>
              <a:defRPr sz="1296" baseline="0"/>
            </a:lvl4pPr>
            <a:lvl5pPr marL="525220" indent="-170955">
              <a:buFont typeface="Arial" panose="020B0604020202020204" pitchFamily="34" charset="0"/>
              <a:buChar char="•"/>
              <a:tabLst>
                <a:tab pos="1206971" algn="ctr"/>
              </a:tabLst>
              <a:defRPr sz="1296"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831225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C 汇报版式">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597966"/>
          </a:xfrm>
          <a:prstGeom prst="rect">
            <a:avLst/>
          </a:prstGeom>
        </p:spPr>
        <p:txBody>
          <a:bodyPr lIns="0" tIns="0" rIns="0" bIns="0" anchor="t">
            <a:normAutofit/>
          </a:bodyPr>
          <a:lstStyle>
            <a:lvl1pPr marL="0" indent="0" algn="l">
              <a:lnSpc>
                <a:spcPts val="3427"/>
              </a:lnSpc>
              <a:spcBef>
                <a:spcPts val="0"/>
              </a:spcBef>
              <a:buNone/>
              <a:defRPr sz="2397" baseline="0">
                <a:solidFill>
                  <a:schemeClr val="tx1"/>
                </a:solidFill>
                <a:latin typeface="Microsoft YaHei" panose="020B0503020204020204" pitchFamily="34" charset="-122"/>
                <a:ea typeface="Microsoft YaHei" panose="020B0503020204020204" pitchFamily="34" charset="-122"/>
              </a:defRPr>
            </a:lvl1pPr>
            <a:lvl2pPr marL="593188" indent="0" algn="ctr">
              <a:buNone/>
              <a:defRPr sz="2595"/>
            </a:lvl2pPr>
            <a:lvl3pPr marL="1186373" indent="0" algn="ctr">
              <a:buNone/>
              <a:defRPr sz="2335"/>
            </a:lvl3pPr>
            <a:lvl4pPr marL="1779562" indent="0" algn="ctr">
              <a:buNone/>
              <a:defRPr sz="2076"/>
            </a:lvl4pPr>
            <a:lvl5pPr marL="2372749" indent="0" algn="ctr">
              <a:buNone/>
              <a:defRPr sz="2076"/>
            </a:lvl5pPr>
            <a:lvl6pPr marL="2965935" indent="0" algn="ctr">
              <a:buNone/>
              <a:defRPr sz="2076"/>
            </a:lvl6pPr>
            <a:lvl7pPr marL="3559122" indent="0" algn="ctr">
              <a:buNone/>
              <a:defRPr sz="2076"/>
            </a:lvl7pPr>
            <a:lvl8pPr marL="4152310" indent="0" algn="ctr">
              <a:buNone/>
              <a:defRPr sz="2076"/>
            </a:lvl8pPr>
            <a:lvl9pPr marL="4745496" indent="0" algn="ctr">
              <a:buNone/>
              <a:defRPr sz="2076"/>
            </a:lvl9pPr>
          </a:lstStyle>
          <a:p>
            <a:r>
              <a:rPr lang="zh-CN" altLang="en-US" dirty="0"/>
              <a:t>单击此处添加标题</a:t>
            </a:r>
            <a:endParaRPr lang="en-US" dirty="0"/>
          </a:p>
        </p:txBody>
      </p:sp>
    </p:spTree>
    <p:extLst>
      <p:ext uri="{BB962C8B-B14F-4D97-AF65-F5344CB8AC3E}">
        <p14:creationId xmlns:p14="http://schemas.microsoft.com/office/powerpoint/2010/main" val="1519849425"/>
      </p:ext>
    </p:extLst>
  </p:cSld>
  <p:clrMapOvr>
    <a:masterClrMapping/>
  </p:clrMapOvr>
  <p:extLst>
    <p:ext uri="{DCECCB84-F9BA-43D5-87BE-67443E8EF086}">
      <p15:sldGuideLst xmlns:p15="http://schemas.microsoft.com/office/powerpoint/2012/main">
        <p15:guide id="1" pos="3842">
          <p15:clr>
            <a:srgbClr val="FBAE40"/>
          </p15:clr>
        </p15:guide>
        <p15:guide id="2" orient="horz" pos="686">
          <p15:clr>
            <a:srgbClr val="FBAE40"/>
          </p15:clr>
        </p15:guide>
        <p15:guide id="3" orient="horz" pos="79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 y="170362"/>
            <a:ext cx="12196763" cy="810937"/>
          </a:xfrm>
        </p:spPr>
        <p:txBody>
          <a:bodyPr lIns="144000" tIns="36000" rIns="144000" bIns="36000">
            <a:noAutofit/>
          </a:bodyPr>
          <a:lstStyle>
            <a:lvl1pPr marL="0" marR="0" indent="0" algn="l" defTabSz="1218103" rtl="0" eaLnBrk="1" fontAlgn="auto" latinLnBrk="0" hangingPunct="1">
              <a:lnSpc>
                <a:spcPct val="100000"/>
              </a:lnSpc>
              <a:spcBef>
                <a:spcPct val="0"/>
              </a:spcBef>
              <a:spcAft>
                <a:spcPts val="0"/>
              </a:spcAft>
              <a:buClrTx/>
              <a:buSzTx/>
              <a:buFontTx/>
              <a:buNone/>
              <a:tabLst/>
              <a:defRPr sz="3197" b="0">
                <a:solidFill>
                  <a:schemeClr val="tx1">
                    <a:lumMod val="75000"/>
                    <a:lumOff val="25000"/>
                  </a:schemeClr>
                </a:solidFill>
                <a:latin typeface="Arial" panose="020B0604020202020204" pitchFamily="34" charset="0"/>
                <a:ea typeface="+mn-ea"/>
                <a:cs typeface="Arial" panose="020B0604020202020204" pitchFamily="34" charset="0"/>
              </a:defRPr>
            </a:lvl1pPr>
          </a:lstStyle>
          <a:p>
            <a:endParaRPr lang="en-US" altLang="zh-CN" dirty="0"/>
          </a:p>
        </p:txBody>
      </p:sp>
    </p:spTree>
    <p:extLst>
      <p:ext uri="{BB962C8B-B14F-4D97-AF65-F5344CB8AC3E}">
        <p14:creationId xmlns:p14="http://schemas.microsoft.com/office/powerpoint/2010/main" val="2732567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7"/>
              </a:lnSpc>
              <a:spcBef>
                <a:spcPts val="0"/>
              </a:spcBef>
              <a:buNone/>
              <a:defRPr sz="3197" baseline="0">
                <a:solidFill>
                  <a:schemeClr val="tx1"/>
                </a:solidFill>
                <a:latin typeface="Microsoft YaHei" panose="020B0503020204020204" pitchFamily="34" charset="-122"/>
                <a:ea typeface="Microsoft YaHei" panose="020B0503020204020204" pitchFamily="34" charset="-122"/>
              </a:defRPr>
            </a:lvl1pPr>
            <a:lvl2pPr marL="593188" indent="0" algn="ctr">
              <a:buNone/>
              <a:defRPr sz="2595"/>
            </a:lvl2pPr>
            <a:lvl3pPr marL="1186373" indent="0" algn="ctr">
              <a:buNone/>
              <a:defRPr sz="2335"/>
            </a:lvl3pPr>
            <a:lvl4pPr marL="1779562" indent="0" algn="ctr">
              <a:buNone/>
              <a:defRPr sz="2076"/>
            </a:lvl4pPr>
            <a:lvl5pPr marL="2372749" indent="0" algn="ctr">
              <a:buNone/>
              <a:defRPr sz="2076"/>
            </a:lvl5pPr>
            <a:lvl6pPr marL="2965935" indent="0" algn="ctr">
              <a:buNone/>
              <a:defRPr sz="2076"/>
            </a:lvl6pPr>
            <a:lvl7pPr marL="3559122" indent="0" algn="ctr">
              <a:buNone/>
              <a:defRPr sz="2076"/>
            </a:lvl7pPr>
            <a:lvl8pPr marL="4152310" indent="0" algn="ctr">
              <a:buNone/>
              <a:defRPr sz="2076"/>
            </a:lvl8pPr>
            <a:lvl9pPr marL="4745496" indent="0" algn="ctr">
              <a:buNone/>
              <a:defRPr sz="2076"/>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6024" y="1512881"/>
            <a:ext cx="10733557" cy="4690459"/>
          </a:xfrm>
          <a:prstGeom prst="rect">
            <a:avLst/>
          </a:prstGeom>
        </p:spPr>
        <p:txBody>
          <a:bodyPr lIns="0" tIns="0" rIns="0" bIns="0"/>
          <a:lstStyle>
            <a:lvl1pPr marL="179172" marR="0" indent="-168074" algn="l" defTabSz="1186373"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639" algn="ctr"/>
              </a:tabLst>
              <a:defRPr sz="1797"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8630" marR="0" indent="-168074" algn="l" defTabSz="1186373" rtl="0" eaLnBrk="1" fontAlgn="auto" latinLnBrk="0" hangingPunct="1">
              <a:lnSpc>
                <a:spcPct val="100000"/>
              </a:lnSpc>
              <a:spcBef>
                <a:spcPts val="0"/>
              </a:spcBef>
              <a:spcAft>
                <a:spcPts val="600"/>
              </a:spcAft>
              <a:buClr>
                <a:schemeClr val="tx1"/>
              </a:buClr>
              <a:buSzTx/>
              <a:buFont typeface=".AppleSystemUIFont"/>
              <a:buChar char="&gt;"/>
              <a:tabLst>
                <a:tab pos="1206639" algn="ctr"/>
              </a:tabLst>
              <a:defRPr sz="1597" baseline="0">
                <a:latin typeface="Microsoft YaHei" panose="020B0503020204020204" pitchFamily="34" charset="-122"/>
                <a:ea typeface="Microsoft YaHei" panose="020B0503020204020204" pitchFamily="34" charset="-122"/>
              </a:defRPr>
            </a:lvl2pPr>
            <a:lvl3pPr marL="1097258" marR="0" indent="-168074" algn="l" defTabSz="1186373" rtl="0" eaLnBrk="1" fontAlgn="auto" latinLnBrk="0" hangingPunct="1">
              <a:lnSpc>
                <a:spcPct val="100000"/>
              </a:lnSpc>
              <a:spcBef>
                <a:spcPts val="0"/>
              </a:spcBef>
              <a:spcAft>
                <a:spcPts val="600"/>
              </a:spcAft>
              <a:buClr>
                <a:schemeClr val="tx1"/>
              </a:buClr>
              <a:buSzTx/>
              <a:buFont typeface=".AppleSystemUIFont"/>
              <a:buChar char="-"/>
              <a:tabLst>
                <a:tab pos="1206639" algn="ctr"/>
              </a:tabLst>
              <a:defRPr sz="1296" baseline="0">
                <a:latin typeface="Microsoft YaHei" panose="020B0503020204020204" pitchFamily="34" charset="-122"/>
                <a:ea typeface="Microsoft YaHei" panose="020B0503020204020204" pitchFamily="34" charset="-122"/>
              </a:defRPr>
            </a:lvl3pPr>
            <a:lvl4pPr marL="525220" indent="-170955">
              <a:buFont typeface="Arial" panose="020B0604020202020204" pitchFamily="34" charset="0"/>
              <a:buChar char="•"/>
              <a:tabLst>
                <a:tab pos="1206971" algn="ctr"/>
              </a:tabLst>
              <a:defRPr sz="1296" baseline="0"/>
            </a:lvl4pPr>
            <a:lvl5pPr marL="525220" indent="-170955">
              <a:buFont typeface="Arial" panose="020B0604020202020204" pitchFamily="34" charset="0"/>
              <a:buChar char="•"/>
              <a:tabLst>
                <a:tab pos="1206971" algn="ctr"/>
              </a:tabLst>
              <a:defRPr sz="1296" baseline="0"/>
            </a:lvl5pPr>
          </a:lstStyle>
          <a:p>
            <a:pPr lvl="0"/>
            <a:r>
              <a:rPr lang="zh-CN" altLang="en-US" dirty="0"/>
              <a:t>单击此处添加文本</a:t>
            </a:r>
            <a:endParaRPr lang="en-US" dirty="0"/>
          </a:p>
          <a:p>
            <a:pPr marL="328630" marR="0" lvl="1" indent="-168074" algn="l" defTabSz="118637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639" algn="ctr"/>
              </a:tabLst>
              <a:defRPr/>
            </a:pPr>
            <a:r>
              <a:rPr lang="zh-CN" altLang="en-US" dirty="0"/>
              <a:t>单击此处添加文本</a:t>
            </a:r>
            <a:endParaRPr lang="en-US" dirty="0"/>
          </a:p>
          <a:p>
            <a:pPr marL="1097258" marR="0" lvl="2" indent="-168074" algn="l" defTabSz="118637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639" algn="ctr"/>
              </a:tabLst>
              <a:defRPr/>
            </a:pPr>
            <a:r>
              <a:rPr lang="zh-CN" altLang="en-US" dirty="0"/>
              <a:t>单击此处添加文本</a:t>
            </a:r>
            <a:endParaRPr lang="en-US" dirty="0"/>
          </a:p>
          <a:p>
            <a:pPr marL="1097258" marR="0" lvl="2" indent="-168074" algn="l" defTabSz="118637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639" algn="ctr"/>
              </a:tabLst>
              <a:defRPr/>
            </a:pPr>
            <a:endParaRPr lang="en-US" altLang="zh-CN" dirty="0"/>
          </a:p>
        </p:txBody>
      </p:sp>
    </p:spTree>
    <p:extLst>
      <p:ext uri="{BB962C8B-B14F-4D97-AF65-F5344CB8AC3E}">
        <p14:creationId xmlns:p14="http://schemas.microsoft.com/office/powerpoint/2010/main" val="172394716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2" y="365129"/>
            <a:ext cx="10520363"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61323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F7C7B5-0135-F749-B910-7325E96AE705}"/>
              </a:ext>
            </a:extLst>
          </p:cNvPr>
          <p:cNvSpPr>
            <a:spLocks noGrp="1"/>
          </p:cNvSpPr>
          <p:nvPr>
            <p:ph type="body" sz="quarter" idx="10" hasCustomPrompt="1"/>
          </p:nvPr>
        </p:nvSpPr>
        <p:spPr>
          <a:xfrm>
            <a:off x="1033620" y="1843092"/>
            <a:ext cx="10122060" cy="3013725"/>
          </a:xfrm>
          <a:prstGeom prst="rect">
            <a:avLst/>
          </a:prstGeom>
        </p:spPr>
        <p:txBody>
          <a:bodyPr tIns="90000" bIns="90000"/>
          <a:lstStyle>
            <a:lvl1pPr marL="412420" indent="-398145">
              <a:lnSpc>
                <a:spcPct val="70000"/>
              </a:lnSpc>
              <a:buFont typeface="+mj-lt"/>
              <a:buAutoNum type="arabicPeriod"/>
              <a:tabLst/>
              <a:defRPr sz="2198">
                <a:solidFill>
                  <a:schemeClr val="tx1"/>
                </a:solidFill>
                <a:latin typeface="Microsoft YaHei" panose="020B0503020204020204" pitchFamily="34" charset="-122"/>
                <a:ea typeface="Microsoft YaHei" panose="020B0503020204020204" pitchFamily="34" charset="-122"/>
              </a:defRPr>
            </a:lvl1pPr>
            <a:lvl2pPr marL="412420" indent="-398145">
              <a:buFont typeface="+mj-lt"/>
              <a:buAutoNum type="arabicPeriod"/>
              <a:tabLst/>
              <a:defRPr/>
            </a:lvl2pPr>
            <a:lvl3pPr marL="14275" indent="0">
              <a:buFont typeface="+mj-lt"/>
              <a:buNone/>
              <a:tabLst/>
              <a:defRPr sz="2198">
                <a:latin typeface="Microsoft YaHei" panose="020B0503020204020204" pitchFamily="34" charset="-122"/>
                <a:ea typeface="Microsoft YaHei" panose="020B0503020204020204" pitchFamily="34" charset="-122"/>
              </a:defRPr>
            </a:lvl3pPr>
            <a:lvl4pPr marL="14275" indent="0">
              <a:buFont typeface="+mj-lt"/>
              <a:buNone/>
              <a:tabLst/>
              <a:defRPr sz="2198">
                <a:latin typeface="Microsoft YaHei" panose="020B0503020204020204" pitchFamily="34" charset="-122"/>
                <a:ea typeface="Microsoft YaHei" panose="020B0503020204020204" pitchFamily="34" charset="-122"/>
              </a:defRPr>
            </a:lvl4pPr>
            <a:lvl5pPr marL="14275" indent="0">
              <a:buFont typeface="+mj-lt"/>
              <a:buNone/>
              <a:tabLst/>
              <a:defRPr sz="2198">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20"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userDrawn="1"/>
        </p:nvSpPr>
        <p:spPr>
          <a:xfrm>
            <a:off x="918918" y="630376"/>
            <a:ext cx="1147485" cy="653509"/>
          </a:xfrm>
          <a:prstGeom prst="rect">
            <a:avLst/>
          </a:prstGeom>
          <a:noFill/>
        </p:spPr>
        <p:txBody>
          <a:bodyPr wrap="none" rtlCol="0">
            <a:spAutoFit/>
          </a:bodyPr>
          <a:lstStyle/>
          <a:p>
            <a:r>
              <a:rPr kumimoji="1" lang="zh-CN" altLang="en-US" sz="3598" dirty="0">
                <a:solidFill>
                  <a:schemeClr val="tx1"/>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3226358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目录1">
    <p:bg>
      <p:bgPr>
        <a:solidFill>
          <a:srgbClr val="EBEBEB"/>
        </a:solidFill>
        <a:effectLst/>
      </p:bgPr>
    </p:bg>
    <p:spTree>
      <p:nvGrpSpPr>
        <p:cNvPr id="1" name=""/>
        <p:cNvGrpSpPr/>
        <p:nvPr/>
      </p:nvGrpSpPr>
      <p:grpSpPr>
        <a:xfrm>
          <a:off x="0" y="0"/>
          <a:ext cx="0" cy="0"/>
          <a:chOff x="0" y="0"/>
          <a:chExt cx="0" cy="0"/>
        </a:xfrm>
      </p:grpSpPr>
      <p:cxnSp>
        <p:nvCxnSpPr>
          <p:cNvPr id="3" name="直线连接符 14">
            <a:extLst>
              <a:ext uri="{FF2B5EF4-FFF2-40B4-BE49-F238E27FC236}">
                <a16:creationId xmlns:a16="http://schemas.microsoft.com/office/drawing/2014/main" id="{C79E9F57-49BC-DC4A-B843-36D48051C848}"/>
              </a:ext>
            </a:extLst>
          </p:cNvPr>
          <p:cNvCxnSpPr>
            <a:cxnSpLocks/>
          </p:cNvCxnSpPr>
          <p:nvPr/>
        </p:nvCxnSpPr>
        <p:spPr>
          <a:xfrm>
            <a:off x="1029917" y="1360364"/>
            <a:ext cx="787732"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p:nvSpPr>
        <p:spPr>
          <a:xfrm>
            <a:off x="918917" y="630374"/>
            <a:ext cx="1005403" cy="584775"/>
          </a:xfrm>
          <a:prstGeom prst="rect">
            <a:avLst/>
          </a:prstGeom>
          <a:noFill/>
        </p:spPr>
        <p:txBody>
          <a:bodyPr wrap="none" rtlCol="0">
            <a:spAutoFit/>
          </a:bodyPr>
          <a:lstStyle/>
          <a:p>
            <a:pPr defTabSz="914112"/>
            <a:r>
              <a:rPr kumimoji="1" lang="zh-CN" altLang="en-US" sz="3199" b="1" dirty="0">
                <a:solidFill>
                  <a:srgbClr val="E9002F">
                    <a:lumMod val="75000"/>
                  </a:srgbClr>
                </a:solidFill>
                <a:cs typeface="Microsoft YaHei" charset="-122"/>
              </a:rPr>
              <a:t>目录</a:t>
            </a:r>
          </a:p>
        </p:txBody>
      </p:sp>
      <p:sp>
        <p:nvSpPr>
          <p:cNvPr id="14" name="文本占位符 13"/>
          <p:cNvSpPr>
            <a:spLocks noGrp="1"/>
          </p:cNvSpPr>
          <p:nvPr>
            <p:ph type="body" sz="quarter" idx="10" hasCustomPrompt="1"/>
          </p:nvPr>
        </p:nvSpPr>
        <p:spPr>
          <a:xfrm>
            <a:off x="1030559" y="1756812"/>
            <a:ext cx="10020300" cy="554037"/>
          </a:xfrm>
          <a:prstGeom prst="rect">
            <a:avLst/>
          </a:prstGeom>
          <a:solidFill>
            <a:schemeClr val="bg2"/>
          </a:solidFill>
        </p:spPr>
        <p:txBody>
          <a:bodyPr anchor="ctr" anchorCtr="0"/>
          <a:lstStyle>
            <a:lvl1pPr>
              <a:defRPr sz="1999">
                <a:solidFill>
                  <a:schemeClr val="accent1">
                    <a:lumMod val="75000"/>
                  </a:schemeClr>
                </a:solidFill>
              </a:defRPr>
            </a:lvl1pPr>
          </a:lstStyle>
          <a:p>
            <a:pPr lvl="0"/>
            <a:r>
              <a:rPr lang="zh-CN" altLang="en-US" dirty="0"/>
              <a:t>点击插入提纲</a:t>
            </a:r>
          </a:p>
        </p:txBody>
      </p:sp>
      <p:sp>
        <p:nvSpPr>
          <p:cNvPr id="15" name="文本占位符 13"/>
          <p:cNvSpPr>
            <a:spLocks noGrp="1"/>
          </p:cNvSpPr>
          <p:nvPr>
            <p:ph type="body" sz="quarter" idx="11" hasCustomPrompt="1"/>
          </p:nvPr>
        </p:nvSpPr>
        <p:spPr>
          <a:xfrm>
            <a:off x="1029918" y="2532703"/>
            <a:ext cx="10020300" cy="554037"/>
          </a:xfrm>
          <a:prstGeom prst="rect">
            <a:avLst/>
          </a:prstGeom>
          <a:solidFill>
            <a:schemeClr val="bg2"/>
          </a:solidFill>
        </p:spPr>
        <p:txBody>
          <a:bodyPr anchor="ctr" anchorCtr="0"/>
          <a:lstStyle>
            <a:lvl1pPr>
              <a:defRPr sz="1999">
                <a:solidFill>
                  <a:schemeClr val="tx1"/>
                </a:solidFill>
              </a:defRPr>
            </a:lvl1pPr>
          </a:lstStyle>
          <a:p>
            <a:pPr lvl="0"/>
            <a:r>
              <a:rPr lang="zh-CN" altLang="en-US" dirty="0"/>
              <a:t>点击插入提纲</a:t>
            </a:r>
          </a:p>
        </p:txBody>
      </p:sp>
      <p:sp>
        <p:nvSpPr>
          <p:cNvPr id="16" name="文本占位符 13"/>
          <p:cNvSpPr>
            <a:spLocks noGrp="1"/>
          </p:cNvSpPr>
          <p:nvPr>
            <p:ph type="body" sz="quarter" idx="12" hasCustomPrompt="1"/>
          </p:nvPr>
        </p:nvSpPr>
        <p:spPr>
          <a:xfrm>
            <a:off x="1030559" y="3308593"/>
            <a:ext cx="10020300" cy="554037"/>
          </a:xfrm>
          <a:prstGeom prst="rect">
            <a:avLst/>
          </a:prstGeom>
          <a:solidFill>
            <a:schemeClr val="bg2"/>
          </a:solidFill>
        </p:spPr>
        <p:txBody>
          <a:bodyPr anchor="ctr" anchorCtr="0"/>
          <a:lstStyle>
            <a:lvl1pPr>
              <a:defRPr sz="1999">
                <a:solidFill>
                  <a:schemeClr val="tx1"/>
                </a:solidFill>
              </a:defRPr>
            </a:lvl1pPr>
          </a:lstStyle>
          <a:p>
            <a:pPr lvl="0"/>
            <a:r>
              <a:rPr lang="zh-CN" altLang="en-US" dirty="0"/>
              <a:t>点击插入提纲</a:t>
            </a:r>
          </a:p>
        </p:txBody>
      </p:sp>
      <p:sp>
        <p:nvSpPr>
          <p:cNvPr id="17" name="文本占位符 13"/>
          <p:cNvSpPr>
            <a:spLocks noGrp="1"/>
          </p:cNvSpPr>
          <p:nvPr>
            <p:ph type="body" sz="quarter" idx="13" hasCustomPrompt="1"/>
          </p:nvPr>
        </p:nvSpPr>
        <p:spPr>
          <a:xfrm>
            <a:off x="1030559" y="4084483"/>
            <a:ext cx="10020300" cy="554037"/>
          </a:xfrm>
          <a:prstGeom prst="rect">
            <a:avLst/>
          </a:prstGeom>
          <a:solidFill>
            <a:schemeClr val="bg2"/>
          </a:solidFill>
        </p:spPr>
        <p:txBody>
          <a:bodyPr anchor="ctr" anchorCtr="0"/>
          <a:lstStyle>
            <a:lvl1pPr>
              <a:defRPr sz="1999">
                <a:solidFill>
                  <a:schemeClr val="tx1"/>
                </a:solidFill>
              </a:defRPr>
            </a:lvl1pPr>
          </a:lstStyle>
          <a:p>
            <a:pPr lvl="0"/>
            <a:r>
              <a:rPr lang="zh-CN" altLang="en-US" dirty="0"/>
              <a:t>点击插入提纲</a:t>
            </a:r>
          </a:p>
        </p:txBody>
      </p:sp>
    </p:spTree>
    <p:extLst>
      <p:ext uri="{BB962C8B-B14F-4D97-AF65-F5344CB8AC3E}">
        <p14:creationId xmlns:p14="http://schemas.microsoft.com/office/powerpoint/2010/main" val="29483552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目录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1" y="365125"/>
            <a:ext cx="10520363" cy="502622"/>
          </a:xfrm>
          <a:prstGeom prst="rect">
            <a:avLst/>
          </a:prstGeom>
        </p:spPr>
        <p:txBody>
          <a:bodyPr/>
          <a:lstStyle>
            <a:lvl1pPr>
              <a:defRPr sz="2799" b="1">
                <a:solidFill>
                  <a:schemeClr val="accent1">
                    <a:lumMod val="75000"/>
                  </a:schemeClr>
                </a:solidFill>
              </a:defRPr>
            </a:lvl1pPr>
          </a:lstStyle>
          <a:p>
            <a:r>
              <a:rPr lang="en-US" altLang="zh-CN" dirty="0"/>
              <a:t>XXX</a:t>
            </a:r>
            <a:r>
              <a:rPr lang="zh-CN" altLang="en-US" dirty="0"/>
              <a:t>汇报提纲</a:t>
            </a:r>
          </a:p>
        </p:txBody>
      </p:sp>
      <p:sp>
        <p:nvSpPr>
          <p:cNvPr id="3" name="图片占位符 63"/>
          <p:cNvSpPr>
            <a:spLocks noGrp="1"/>
          </p:cNvSpPr>
          <p:nvPr>
            <p:ph type="pic" sz="quarter" idx="10" hasCustomPrompt="1"/>
          </p:nvPr>
        </p:nvSpPr>
        <p:spPr>
          <a:xfrm>
            <a:off x="1266806" y="1804759"/>
            <a:ext cx="4122738" cy="3168000"/>
          </a:xfrm>
          <a:prstGeom prst="rect">
            <a:avLst/>
          </a:prstGeom>
          <a:ln>
            <a:solidFill>
              <a:schemeClr val="bg2"/>
            </a:solidFill>
          </a:ln>
        </p:spPr>
        <p:txBody>
          <a:bodyPr/>
          <a:lstStyle>
            <a:lvl1pPr marL="0" indent="0">
              <a:buNone/>
              <a:defRPr sz="1399" baseline="0"/>
            </a:lvl1pPr>
          </a:lstStyle>
          <a:p>
            <a:r>
              <a:rPr lang="zh-CN" altLang="en-US" dirty="0"/>
              <a:t>点击插入图片</a:t>
            </a:r>
          </a:p>
        </p:txBody>
      </p:sp>
      <p:sp>
        <p:nvSpPr>
          <p:cNvPr id="4" name="文本占位符 65"/>
          <p:cNvSpPr>
            <a:spLocks noGrp="1"/>
          </p:cNvSpPr>
          <p:nvPr>
            <p:ph type="body" sz="quarter" idx="11" hasCustomPrompt="1"/>
          </p:nvPr>
        </p:nvSpPr>
        <p:spPr>
          <a:xfrm>
            <a:off x="5674233" y="1806223"/>
            <a:ext cx="5132388" cy="3127375"/>
          </a:xfrm>
          <a:prstGeom prst="rect">
            <a:avLst/>
          </a:prstGeom>
          <a:ln>
            <a:solidFill>
              <a:schemeClr val="bg2">
                <a:lumMod val="75000"/>
              </a:schemeClr>
            </a:solidFill>
          </a:ln>
        </p:spPr>
        <p:txBody>
          <a:bodyPr anchor="ctr" anchorCtr="0"/>
          <a:lstStyle>
            <a:lvl1pPr marL="457017" marR="0" indent="-457017" algn="l" defTabSz="914034" rtl="0" eaLnBrk="1" fontAlgn="auto" latinLnBrk="0" hangingPunct="1">
              <a:lnSpc>
                <a:spcPct val="150000"/>
              </a:lnSpc>
              <a:spcBef>
                <a:spcPts val="0"/>
              </a:spcBef>
              <a:spcAft>
                <a:spcPts val="0"/>
              </a:spcAft>
              <a:buClr>
                <a:schemeClr val="accent1">
                  <a:lumMod val="75000"/>
                </a:schemeClr>
              </a:buClr>
              <a:buSzTx/>
              <a:buFont typeface="Arial" panose="020B0604020202020204" pitchFamily="34" charset="0"/>
              <a:buChar char="•"/>
              <a:tabLst/>
              <a:defRPr kumimoji="0" lang="zh-CN" altLang="en-US" sz="2399" b="0" i="0" u="none" strike="noStrike" kern="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defRPr>
            </a:lvl1pPr>
            <a:lvl2pPr marL="628399" indent="-171381">
              <a:buFont typeface="Wingdings" panose="05000000000000000000" pitchFamily="2" charset="2"/>
              <a:buChar char="l"/>
              <a:defRPr/>
            </a:lvl2pPr>
            <a:lvl3pPr marL="1085416" indent="-171381">
              <a:buFont typeface="Wingdings" panose="05000000000000000000" pitchFamily="2" charset="2"/>
              <a:buChar char="l"/>
              <a:defRPr/>
            </a:lvl3pPr>
            <a:lvl4pPr marL="1542433" indent="-171381">
              <a:buFont typeface="Wingdings" panose="05000000000000000000" pitchFamily="2" charset="2"/>
              <a:buChar char="l"/>
              <a:defRPr/>
            </a:lvl4pPr>
            <a:lvl5pPr marL="1999450" indent="-171381">
              <a:buFont typeface="Wingdings" panose="05000000000000000000" pitchFamily="2" charset="2"/>
              <a:buChar char="l"/>
              <a:defRPr/>
            </a:lvl5pPr>
          </a:lstStyle>
          <a:p>
            <a:pPr marL="457017" marR="0" lvl="0" indent="-457017" algn="l" defTabSz="914034" rtl="0" eaLnBrk="1" fontAlgn="auto" latinLnBrk="0" hangingPunct="1">
              <a:lnSpc>
                <a:spcPct val="150000"/>
              </a:lnSpc>
              <a:spcBef>
                <a:spcPts val="0"/>
              </a:spcBef>
              <a:spcAft>
                <a:spcPts val="0"/>
              </a:spcAft>
              <a:buClr>
                <a:schemeClr val="accent1">
                  <a:lumMod val="75000"/>
                </a:schemeClr>
              </a:buClr>
              <a:buSzTx/>
              <a:buFont typeface="Arial" panose="020B0604020202020204" pitchFamily="34" charset="0"/>
              <a:buChar char="•"/>
              <a:tabLst/>
              <a:defRPr/>
            </a:pPr>
            <a:r>
              <a:rPr lang="zh-CN" altLang="en-US" dirty="0"/>
              <a:t>点击插入提纲</a:t>
            </a:r>
            <a:endParaRPr lang="en-US" altLang="zh-CN" dirty="0"/>
          </a:p>
          <a:p>
            <a:pPr marL="457017" marR="0" lvl="0" indent="-457017" algn="l" defTabSz="914034" rtl="0" eaLnBrk="1" fontAlgn="auto" latinLnBrk="0" hangingPunct="1">
              <a:lnSpc>
                <a:spcPct val="150000"/>
              </a:lnSpc>
              <a:spcBef>
                <a:spcPts val="0"/>
              </a:spcBef>
              <a:spcAft>
                <a:spcPts val="0"/>
              </a:spcAft>
              <a:buClr>
                <a:schemeClr val="accent1">
                  <a:lumMod val="75000"/>
                </a:schemeClr>
              </a:buClr>
              <a:buSzTx/>
              <a:buFont typeface="Arial" panose="020B0604020202020204" pitchFamily="34" charset="0"/>
              <a:buChar char="•"/>
              <a:tabLst/>
              <a:defRPr/>
            </a:pPr>
            <a:r>
              <a:rPr lang="zh-CN" altLang="en-US" dirty="0"/>
              <a:t>提纲</a:t>
            </a:r>
            <a:r>
              <a:rPr lang="en-US" altLang="zh-CN" dirty="0"/>
              <a:t>1</a:t>
            </a:r>
          </a:p>
          <a:p>
            <a:pPr marL="457017" lvl="0" indent="-457017" algn="l" defTabSz="914034" rtl="0" eaLnBrk="1" latinLnBrk="0" hangingPunct="1">
              <a:buClr>
                <a:schemeClr val="accent1">
                  <a:lumMod val="75000"/>
                </a:schemeClr>
              </a:buClr>
              <a:buFont typeface="Arial" panose="020B0604020202020204" pitchFamily="34" charset="0"/>
              <a:buChar char="•"/>
              <a:defRPr/>
            </a:pPr>
            <a:r>
              <a:rPr lang="zh-CN" altLang="en-US" dirty="0"/>
              <a:t>提纲</a:t>
            </a:r>
            <a:r>
              <a:rPr lang="en-US" altLang="zh-CN" dirty="0"/>
              <a:t>2</a:t>
            </a:r>
          </a:p>
          <a:p>
            <a:pPr marL="457017" lvl="0" indent="-457017" algn="l" defTabSz="914034" rtl="0" eaLnBrk="1" latinLnBrk="0" hangingPunct="1">
              <a:buClr>
                <a:schemeClr val="accent1">
                  <a:lumMod val="75000"/>
                </a:schemeClr>
              </a:buClr>
              <a:buFont typeface="Arial" panose="020B0604020202020204" pitchFamily="34" charset="0"/>
              <a:buChar char="•"/>
              <a:defRPr/>
            </a:pPr>
            <a:r>
              <a:rPr lang="zh-CN" altLang="en-US" dirty="0"/>
              <a:t>提纲</a:t>
            </a:r>
            <a:r>
              <a:rPr lang="en-US" altLang="zh-CN" dirty="0"/>
              <a:t>3 </a:t>
            </a:r>
          </a:p>
          <a:p>
            <a:pPr marL="457017" marR="0" lvl="0" indent="-457017" algn="l" defTabSz="914034" rtl="0" eaLnBrk="1" fontAlgn="auto" latinLnBrk="0" hangingPunct="1">
              <a:lnSpc>
                <a:spcPct val="150000"/>
              </a:lnSpc>
              <a:spcBef>
                <a:spcPts val="0"/>
              </a:spcBef>
              <a:spcAft>
                <a:spcPts val="0"/>
              </a:spcAft>
              <a:buClr>
                <a:schemeClr val="accent1">
                  <a:lumMod val="75000"/>
                </a:schemeClr>
              </a:buClr>
              <a:buSzTx/>
              <a:buFont typeface="Arial" panose="020B0604020202020204" pitchFamily="34" charset="0"/>
              <a:buChar char="•"/>
              <a:tabLst/>
              <a:defRPr/>
            </a:pPr>
            <a:r>
              <a:rPr lang="zh-CN" altLang="en-US" dirty="0"/>
              <a:t>提纲</a:t>
            </a:r>
            <a:r>
              <a:rPr lang="en-US" altLang="zh-CN" dirty="0"/>
              <a:t>4</a:t>
            </a:r>
            <a:endParaRPr lang="zh-CN" altLang="en-US" dirty="0"/>
          </a:p>
        </p:txBody>
      </p:sp>
    </p:spTree>
    <p:extLst>
      <p:ext uri="{BB962C8B-B14F-4D97-AF65-F5344CB8AC3E}">
        <p14:creationId xmlns:p14="http://schemas.microsoft.com/office/powerpoint/2010/main" val="27544926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概要或总结1：图表+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
        <p:nvSpPr>
          <p:cNvPr id="11" name="文本占位符 65"/>
          <p:cNvSpPr>
            <a:spLocks noGrp="1"/>
          </p:cNvSpPr>
          <p:nvPr>
            <p:ph type="body" sz="quarter" idx="13" hasCustomPrompt="1"/>
          </p:nvPr>
        </p:nvSpPr>
        <p:spPr>
          <a:xfrm>
            <a:off x="6186708" y="1392072"/>
            <a:ext cx="5171855" cy="4107826"/>
          </a:xfrm>
          <a:prstGeom prst="rect">
            <a:avLst/>
          </a:prstGeom>
          <a:ln>
            <a:noFill/>
          </a:ln>
        </p:spPr>
        <p:txBody>
          <a:bodyPr anchor="t" anchorCtr="0"/>
          <a:lstStyle>
            <a:lvl1pPr marL="457017" marR="0" indent="-457017" algn="l" defTabSz="914034" rtl="0" eaLnBrk="1" fontAlgn="auto" latinLnBrk="0" hangingPunct="1">
              <a:lnSpc>
                <a:spcPct val="150000"/>
              </a:lnSpc>
              <a:spcBef>
                <a:spcPts val="0"/>
              </a:spcBef>
              <a:spcAft>
                <a:spcPts val="0"/>
              </a:spcAft>
              <a:buClr>
                <a:schemeClr val="accent1">
                  <a:lumMod val="75000"/>
                </a:schemeClr>
              </a:buClr>
              <a:buSzTx/>
              <a:buFont typeface="Arial" panose="020B0604020202020204" pitchFamily="34" charset="0"/>
              <a:buChar char="•"/>
              <a:tabLst/>
              <a:defRPr kumimoji="0" lang="zh-CN" altLang="en-US" sz="1399" b="0" i="0" u="none" strike="noStrike" kern="0" cap="none" spc="0" normalizeH="0" baseline="0">
                <a:ln>
                  <a:noFill/>
                </a:ln>
                <a:solidFill>
                  <a:schemeClr val="tx1"/>
                </a:solidFill>
                <a:effectLst/>
                <a:uLnTx/>
                <a:uFillTx/>
                <a:latin typeface="微软雅黑" panose="020B0503020204020204" pitchFamily="34" charset="-122"/>
                <a:ea typeface="微软雅黑" panose="020B0503020204020204" pitchFamily="34" charset="-122"/>
                <a:cs typeface="+mn-cs"/>
              </a:defRPr>
            </a:lvl1pPr>
            <a:lvl2pPr marL="628399" indent="-171381">
              <a:buFont typeface="Wingdings" panose="05000000000000000000" pitchFamily="2" charset="2"/>
              <a:buChar char="l"/>
              <a:defRPr/>
            </a:lvl2pPr>
            <a:lvl3pPr marL="1085416" indent="-171381">
              <a:buFont typeface="Wingdings" panose="05000000000000000000" pitchFamily="2" charset="2"/>
              <a:buChar char="l"/>
              <a:defRPr/>
            </a:lvl3pPr>
            <a:lvl4pPr marL="1542433" indent="-171381">
              <a:buFont typeface="Wingdings" panose="05000000000000000000" pitchFamily="2" charset="2"/>
              <a:buChar char="l"/>
              <a:defRPr/>
            </a:lvl4pPr>
            <a:lvl5pPr marL="1999450" indent="-171381">
              <a:buFont typeface="Wingdings" panose="05000000000000000000" pitchFamily="2" charset="2"/>
              <a:buChar char="l"/>
              <a:defRPr/>
            </a:lvl5pPr>
          </a:lstStyle>
          <a:p>
            <a:pPr marL="457017" marR="0" lvl="0" indent="-457017" algn="l" defTabSz="914034" rtl="0" eaLnBrk="1" fontAlgn="auto" latinLnBrk="0" hangingPunct="1">
              <a:lnSpc>
                <a:spcPct val="150000"/>
              </a:lnSpc>
              <a:spcBef>
                <a:spcPts val="0"/>
              </a:spcBef>
              <a:spcAft>
                <a:spcPts val="0"/>
              </a:spcAft>
              <a:buClr>
                <a:schemeClr val="accent1">
                  <a:lumMod val="75000"/>
                </a:schemeClr>
              </a:buClr>
              <a:buSzTx/>
              <a:buFont typeface="Arial" panose="020B0604020202020204" pitchFamily="34" charset="0"/>
              <a:buChar char="•"/>
              <a:tabLst/>
              <a:defRPr/>
            </a:pPr>
            <a:r>
              <a:rPr lang="zh-CN" altLang="en-US" dirty="0"/>
              <a:t>点击插入内容</a:t>
            </a:r>
          </a:p>
        </p:txBody>
      </p:sp>
      <p:sp>
        <p:nvSpPr>
          <p:cNvPr id="13" name="图表占位符 12"/>
          <p:cNvSpPr>
            <a:spLocks noGrp="1"/>
          </p:cNvSpPr>
          <p:nvPr>
            <p:ph type="chart" sz="quarter" idx="14" hasCustomPrompt="1"/>
          </p:nvPr>
        </p:nvSpPr>
        <p:spPr>
          <a:xfrm>
            <a:off x="898404" y="1742911"/>
            <a:ext cx="4506819" cy="3349625"/>
          </a:xfrm>
          <a:prstGeom prst="rect">
            <a:avLst/>
          </a:prstGeom>
        </p:spPr>
        <p:txBody>
          <a:bodyPr/>
          <a:lstStyle>
            <a:lvl1pPr marL="0" indent="0">
              <a:buNone/>
              <a:defRPr sz="1399"/>
            </a:lvl1pPr>
          </a:lstStyle>
          <a:p>
            <a:r>
              <a:rPr lang="zh-CN" altLang="en-US" dirty="0"/>
              <a:t>点击插入图表</a:t>
            </a:r>
          </a:p>
        </p:txBody>
      </p:sp>
      <p:sp>
        <p:nvSpPr>
          <p:cNvPr id="7" name="文本占位符 29"/>
          <p:cNvSpPr>
            <a:spLocks noGrp="1"/>
          </p:cNvSpPr>
          <p:nvPr>
            <p:ph type="body" sz="quarter" idx="15" hasCustomPrompt="1"/>
          </p:nvPr>
        </p:nvSpPr>
        <p:spPr>
          <a:xfrm>
            <a:off x="898404" y="1397146"/>
            <a:ext cx="4506818" cy="317500"/>
          </a:xfrm>
          <a:prstGeom prst="rect">
            <a:avLst/>
          </a:prstGeom>
          <a:noFill/>
        </p:spPr>
        <p:txBody>
          <a:bodyPr/>
          <a:lstStyle>
            <a:lvl1pPr marL="0" indent="0" algn="ctr">
              <a:buNone/>
              <a:defRPr sz="1399" b="0">
                <a:solidFill>
                  <a:schemeClr val="tx1"/>
                </a:solidFill>
              </a:defRPr>
            </a:lvl1pPr>
          </a:lstStyle>
          <a:p>
            <a:pPr lvl="0"/>
            <a:r>
              <a:rPr lang="zh-CN" altLang="en-US" dirty="0"/>
              <a:t>点击增加文本</a:t>
            </a:r>
          </a:p>
        </p:txBody>
      </p:sp>
      <p:sp>
        <p:nvSpPr>
          <p:cNvPr id="8" name="文本占位符 29"/>
          <p:cNvSpPr>
            <a:spLocks noGrp="1"/>
          </p:cNvSpPr>
          <p:nvPr>
            <p:ph type="body" sz="quarter" idx="16" hasCustomPrompt="1"/>
          </p:nvPr>
        </p:nvSpPr>
        <p:spPr>
          <a:xfrm>
            <a:off x="898404" y="5228784"/>
            <a:ext cx="4506819" cy="317500"/>
          </a:xfrm>
          <a:prstGeom prst="rect">
            <a:avLst/>
          </a:prstGeom>
          <a:noFill/>
        </p:spPr>
        <p:txBody>
          <a:bodyPr/>
          <a:lstStyle>
            <a:lvl1pPr marL="0" indent="0" algn="r">
              <a:buNone/>
              <a:defRPr sz="1399" b="0">
                <a:solidFill>
                  <a:schemeClr val="tx1"/>
                </a:solidFill>
              </a:defRPr>
            </a:lvl1pPr>
          </a:lstStyle>
          <a:p>
            <a:pPr lvl="0"/>
            <a:r>
              <a:rPr lang="zh-CN" altLang="en-US" dirty="0"/>
              <a:t>图形说明</a:t>
            </a:r>
          </a:p>
        </p:txBody>
      </p:sp>
    </p:spTree>
    <p:extLst>
      <p:ext uri="{BB962C8B-B14F-4D97-AF65-F5344CB8AC3E}">
        <p14:creationId xmlns:p14="http://schemas.microsoft.com/office/powerpoint/2010/main" val="2179736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概要或总结2：表格+文字">
    <p:spTree>
      <p:nvGrpSpPr>
        <p:cNvPr id="1" name=""/>
        <p:cNvGrpSpPr/>
        <p:nvPr/>
      </p:nvGrpSpPr>
      <p:grpSpPr>
        <a:xfrm>
          <a:off x="0" y="0"/>
          <a:ext cx="0" cy="0"/>
          <a:chOff x="0" y="0"/>
          <a:chExt cx="0" cy="0"/>
        </a:xfrm>
      </p:grpSpPr>
      <p:sp>
        <p:nvSpPr>
          <p:cNvPr id="7" name="表格占位符 6"/>
          <p:cNvSpPr>
            <a:spLocks noGrp="1"/>
          </p:cNvSpPr>
          <p:nvPr>
            <p:ph type="tbl" sz="quarter" idx="10" hasCustomPrompt="1"/>
          </p:nvPr>
        </p:nvSpPr>
        <p:spPr>
          <a:xfrm>
            <a:off x="838201" y="995789"/>
            <a:ext cx="10631181" cy="3662362"/>
          </a:xfrm>
          <a:prstGeom prst="rect">
            <a:avLst/>
          </a:prstGeom>
        </p:spPr>
        <p:txBody>
          <a:bodyPr/>
          <a:lstStyle>
            <a:lvl1pPr marL="0" indent="0">
              <a:buNone/>
              <a:defRPr sz="1399"/>
            </a:lvl1pPr>
          </a:lstStyle>
          <a:p>
            <a:r>
              <a:rPr lang="zh-CN" altLang="en-US" dirty="0"/>
              <a:t>点击添加表格</a:t>
            </a:r>
          </a:p>
        </p:txBody>
      </p:sp>
      <p:sp>
        <p:nvSpPr>
          <p:cNvPr id="11" name="文本占位符 10"/>
          <p:cNvSpPr>
            <a:spLocks noGrp="1"/>
          </p:cNvSpPr>
          <p:nvPr>
            <p:ph type="body" sz="quarter" idx="11"/>
          </p:nvPr>
        </p:nvSpPr>
        <p:spPr>
          <a:xfrm>
            <a:off x="838200" y="4787902"/>
            <a:ext cx="10631182" cy="1384299"/>
          </a:xfrm>
          <a:prstGeom prst="rect">
            <a:avLst/>
          </a:prstGeom>
        </p:spPr>
        <p:txBody>
          <a:bodyPr/>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p:txBody>
      </p:sp>
      <p:sp>
        <p:nvSpPr>
          <p:cNvPr id="5"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3578253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概要或总结3：图+文字">
    <p:spTree>
      <p:nvGrpSpPr>
        <p:cNvPr id="1" name=""/>
        <p:cNvGrpSpPr/>
        <p:nvPr/>
      </p:nvGrpSpPr>
      <p:grpSpPr>
        <a:xfrm>
          <a:off x="0" y="0"/>
          <a:ext cx="0" cy="0"/>
          <a:chOff x="0" y="0"/>
          <a:chExt cx="0" cy="0"/>
        </a:xfrm>
      </p:grpSpPr>
      <p:sp>
        <p:nvSpPr>
          <p:cNvPr id="48" name="图片占位符 47"/>
          <p:cNvSpPr>
            <a:spLocks noGrp="1"/>
          </p:cNvSpPr>
          <p:nvPr>
            <p:ph type="pic" sz="quarter" idx="10" hasCustomPrompt="1"/>
          </p:nvPr>
        </p:nvSpPr>
        <p:spPr>
          <a:xfrm>
            <a:off x="838200" y="1504946"/>
            <a:ext cx="5431567" cy="4255229"/>
          </a:xfrm>
          <a:prstGeom prst="rect">
            <a:avLst/>
          </a:prstGeom>
        </p:spPr>
        <p:txBody>
          <a:bodyPr/>
          <a:lstStyle>
            <a:lvl1pPr marL="0" indent="0">
              <a:buNone/>
              <a:defRPr sz="1399"/>
            </a:lvl1pPr>
          </a:lstStyle>
          <a:p>
            <a:r>
              <a:rPr lang="zh-CN" altLang="en-US" dirty="0"/>
              <a:t>点击添加图</a:t>
            </a:r>
          </a:p>
        </p:txBody>
      </p:sp>
      <p:sp>
        <p:nvSpPr>
          <p:cNvPr id="57" name="文本占位符 56"/>
          <p:cNvSpPr>
            <a:spLocks noGrp="1"/>
          </p:cNvSpPr>
          <p:nvPr>
            <p:ph type="body" sz="quarter" idx="17"/>
          </p:nvPr>
        </p:nvSpPr>
        <p:spPr>
          <a:xfrm>
            <a:off x="6473825" y="1504944"/>
            <a:ext cx="4884738" cy="515938"/>
          </a:xfrm>
          <a:prstGeom prst="rect">
            <a:avLst/>
          </a:prstGeom>
          <a:solidFill>
            <a:schemeClr val="bg1">
              <a:lumMod val="20000"/>
              <a:lumOff val="80000"/>
            </a:schemeClr>
          </a:solidFill>
        </p:spPr>
        <p:txBody>
          <a:bodyPr/>
          <a:lstStyle>
            <a:lvl1pPr marL="0" indent="0">
              <a:buNone/>
              <a:defRPr sz="1399" b="1"/>
            </a:lvl1pPr>
          </a:lstStyle>
          <a:p>
            <a:pPr lvl="0"/>
            <a:r>
              <a:rPr lang="en-US" altLang="zh-CN"/>
              <a:t>Click to edit Master text styles</a:t>
            </a:r>
          </a:p>
        </p:txBody>
      </p:sp>
      <p:sp>
        <p:nvSpPr>
          <p:cNvPr id="58" name="文本占位符 56"/>
          <p:cNvSpPr>
            <a:spLocks noGrp="1"/>
          </p:cNvSpPr>
          <p:nvPr>
            <p:ph type="body" sz="quarter" idx="18"/>
          </p:nvPr>
        </p:nvSpPr>
        <p:spPr>
          <a:xfrm>
            <a:off x="6473825" y="2051665"/>
            <a:ext cx="4884738" cy="838895"/>
          </a:xfrm>
          <a:prstGeom prst="rect">
            <a:avLst/>
          </a:prstGeom>
          <a:solidFill>
            <a:schemeClr val="tx1">
              <a:lumMod val="10000"/>
              <a:lumOff val="90000"/>
            </a:schemeClr>
          </a:solidFill>
        </p:spPr>
        <p:txBody>
          <a:bodyPr/>
          <a:lstStyle>
            <a:lvl1pPr marL="171381" indent="-171381">
              <a:buFont typeface="Arial" panose="020B0604020202020204" pitchFamily="34" charset="0"/>
              <a:buChar char="•"/>
              <a:defRPr sz="1200"/>
            </a:lvl1pPr>
          </a:lstStyle>
          <a:p>
            <a:pPr lvl="0"/>
            <a:r>
              <a:rPr lang="en-US" altLang="zh-CN"/>
              <a:t>Click to edit Master text styles</a:t>
            </a:r>
          </a:p>
        </p:txBody>
      </p:sp>
      <p:sp>
        <p:nvSpPr>
          <p:cNvPr id="59" name="文本占位符 56"/>
          <p:cNvSpPr>
            <a:spLocks noGrp="1"/>
          </p:cNvSpPr>
          <p:nvPr>
            <p:ph type="body" sz="quarter" idx="19"/>
          </p:nvPr>
        </p:nvSpPr>
        <p:spPr>
          <a:xfrm>
            <a:off x="6473825" y="2950562"/>
            <a:ext cx="4884738" cy="515938"/>
          </a:xfrm>
          <a:prstGeom prst="rect">
            <a:avLst/>
          </a:prstGeom>
          <a:solidFill>
            <a:schemeClr val="bg1">
              <a:lumMod val="20000"/>
              <a:lumOff val="80000"/>
            </a:schemeClr>
          </a:solidFill>
        </p:spPr>
        <p:txBody>
          <a:bodyPr/>
          <a:lstStyle>
            <a:lvl1pPr marL="0" indent="0">
              <a:buNone/>
              <a:defRPr sz="1399" b="1"/>
            </a:lvl1pPr>
          </a:lstStyle>
          <a:p>
            <a:pPr lvl="0"/>
            <a:r>
              <a:rPr lang="en-US" altLang="zh-CN"/>
              <a:t>Click to edit Master text styles</a:t>
            </a:r>
          </a:p>
        </p:txBody>
      </p:sp>
      <p:sp>
        <p:nvSpPr>
          <p:cNvPr id="60" name="文本占位符 56"/>
          <p:cNvSpPr>
            <a:spLocks noGrp="1"/>
          </p:cNvSpPr>
          <p:nvPr>
            <p:ph type="body" sz="quarter" idx="20"/>
          </p:nvPr>
        </p:nvSpPr>
        <p:spPr>
          <a:xfrm>
            <a:off x="6473825" y="3497283"/>
            <a:ext cx="4884738" cy="838895"/>
          </a:xfrm>
          <a:prstGeom prst="rect">
            <a:avLst/>
          </a:prstGeom>
          <a:solidFill>
            <a:schemeClr val="tx1">
              <a:lumMod val="10000"/>
              <a:lumOff val="90000"/>
            </a:schemeClr>
          </a:solidFill>
        </p:spPr>
        <p:txBody>
          <a:bodyPr/>
          <a:lstStyle>
            <a:lvl1pPr marL="171381" indent="-171381">
              <a:buFont typeface="Arial" panose="020B0604020202020204" pitchFamily="34" charset="0"/>
              <a:buChar char="•"/>
              <a:defRPr sz="1200"/>
            </a:lvl1pPr>
          </a:lstStyle>
          <a:p>
            <a:pPr lvl="0"/>
            <a:r>
              <a:rPr lang="en-US" altLang="zh-CN"/>
              <a:t>Click to edit Master text styles</a:t>
            </a:r>
          </a:p>
        </p:txBody>
      </p:sp>
      <p:sp>
        <p:nvSpPr>
          <p:cNvPr id="61" name="文本占位符 56"/>
          <p:cNvSpPr>
            <a:spLocks noGrp="1"/>
          </p:cNvSpPr>
          <p:nvPr>
            <p:ph type="body" sz="quarter" idx="21"/>
          </p:nvPr>
        </p:nvSpPr>
        <p:spPr>
          <a:xfrm>
            <a:off x="6473825" y="4374559"/>
            <a:ext cx="4884738" cy="515938"/>
          </a:xfrm>
          <a:prstGeom prst="rect">
            <a:avLst/>
          </a:prstGeom>
          <a:solidFill>
            <a:schemeClr val="bg1">
              <a:lumMod val="20000"/>
              <a:lumOff val="80000"/>
            </a:schemeClr>
          </a:solidFill>
        </p:spPr>
        <p:txBody>
          <a:bodyPr/>
          <a:lstStyle>
            <a:lvl1pPr marL="0" indent="0">
              <a:buNone/>
              <a:defRPr sz="1399" b="1"/>
            </a:lvl1pPr>
          </a:lstStyle>
          <a:p>
            <a:pPr lvl="0"/>
            <a:r>
              <a:rPr lang="en-US" altLang="zh-CN"/>
              <a:t>Click to edit Master text styles</a:t>
            </a:r>
          </a:p>
        </p:txBody>
      </p:sp>
      <p:sp>
        <p:nvSpPr>
          <p:cNvPr id="62" name="文本占位符 56"/>
          <p:cNvSpPr>
            <a:spLocks noGrp="1"/>
          </p:cNvSpPr>
          <p:nvPr>
            <p:ph type="body" sz="quarter" idx="22"/>
          </p:nvPr>
        </p:nvSpPr>
        <p:spPr>
          <a:xfrm>
            <a:off x="6473825" y="4921280"/>
            <a:ext cx="4884738" cy="838895"/>
          </a:xfrm>
          <a:prstGeom prst="rect">
            <a:avLst/>
          </a:prstGeom>
          <a:solidFill>
            <a:schemeClr val="tx1">
              <a:lumMod val="10000"/>
              <a:lumOff val="90000"/>
            </a:schemeClr>
          </a:solidFill>
        </p:spPr>
        <p:txBody>
          <a:bodyPr/>
          <a:lstStyle>
            <a:lvl1pPr marL="171381" indent="-171381">
              <a:buFont typeface="Arial" panose="020B0604020202020204" pitchFamily="34" charset="0"/>
              <a:buChar char="•"/>
              <a:defRPr sz="1200"/>
            </a:lvl1pPr>
          </a:lstStyle>
          <a:p>
            <a:pPr lvl="0"/>
            <a:r>
              <a:rPr lang="en-US" altLang="zh-CN"/>
              <a:t>Click to edit Master text styles</a:t>
            </a:r>
          </a:p>
        </p:txBody>
      </p:sp>
      <p:sp>
        <p:nvSpPr>
          <p:cNvPr id="10"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491901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技术及趋势分析1：图+文字分述型">
    <p:spTree>
      <p:nvGrpSpPr>
        <p:cNvPr id="1" name=""/>
        <p:cNvGrpSpPr/>
        <p:nvPr/>
      </p:nvGrpSpPr>
      <p:grpSpPr>
        <a:xfrm>
          <a:off x="0" y="0"/>
          <a:ext cx="0" cy="0"/>
          <a:chOff x="0" y="0"/>
          <a:chExt cx="0" cy="0"/>
        </a:xfrm>
      </p:grpSpPr>
      <p:sp>
        <p:nvSpPr>
          <p:cNvPr id="36" name="文本占位符 29"/>
          <p:cNvSpPr>
            <a:spLocks noGrp="1"/>
          </p:cNvSpPr>
          <p:nvPr>
            <p:ph type="body" sz="quarter" idx="18" hasCustomPrompt="1"/>
          </p:nvPr>
        </p:nvSpPr>
        <p:spPr>
          <a:xfrm>
            <a:off x="838201" y="3627410"/>
            <a:ext cx="10684652" cy="139840"/>
          </a:xfrm>
          <a:prstGeom prst="rect">
            <a:avLst/>
          </a:prstGeom>
          <a:solidFill>
            <a:schemeClr val="bg1">
              <a:lumMod val="20000"/>
              <a:lumOff val="80000"/>
            </a:schemeClr>
          </a:solidFill>
        </p:spPr>
        <p:txBody>
          <a:bodyPr/>
          <a:lstStyle>
            <a:lvl1pPr algn="ctr">
              <a:defRPr sz="1100">
                <a:solidFill>
                  <a:schemeClr val="tx2"/>
                </a:solidFill>
              </a:defRPr>
            </a:lvl1pPr>
          </a:lstStyle>
          <a:p>
            <a:pPr lvl="0"/>
            <a:r>
              <a:rPr lang="en-US" altLang="zh-CN" dirty="0"/>
              <a:t> </a:t>
            </a:r>
            <a:endParaRPr lang="zh-CN" altLang="en-US" dirty="0"/>
          </a:p>
        </p:txBody>
      </p:sp>
      <p:sp>
        <p:nvSpPr>
          <p:cNvPr id="22" name="图片占位符 21"/>
          <p:cNvSpPr>
            <a:spLocks noGrp="1"/>
          </p:cNvSpPr>
          <p:nvPr>
            <p:ph type="pic" sz="quarter" idx="10" hasCustomPrompt="1"/>
          </p:nvPr>
        </p:nvSpPr>
        <p:spPr>
          <a:xfrm>
            <a:off x="1070415" y="1725927"/>
            <a:ext cx="1816100" cy="1619250"/>
          </a:xfrm>
          <a:prstGeom prst="rect">
            <a:avLst/>
          </a:prstGeom>
        </p:spPr>
        <p:txBody>
          <a:bodyPr/>
          <a:lstStyle>
            <a:lvl1pPr marL="0" indent="0">
              <a:buNone/>
              <a:defRPr sz="1399"/>
            </a:lvl1pPr>
          </a:lstStyle>
          <a:p>
            <a:r>
              <a:rPr lang="zh-CN" altLang="en-US" dirty="0"/>
              <a:t>点击添加图</a:t>
            </a:r>
          </a:p>
        </p:txBody>
      </p:sp>
      <p:sp>
        <p:nvSpPr>
          <p:cNvPr id="25" name="图片占位符 21"/>
          <p:cNvSpPr>
            <a:spLocks noGrp="1"/>
          </p:cNvSpPr>
          <p:nvPr>
            <p:ph type="pic" sz="quarter" idx="11" hasCustomPrompt="1"/>
          </p:nvPr>
        </p:nvSpPr>
        <p:spPr>
          <a:xfrm>
            <a:off x="9372775" y="1725927"/>
            <a:ext cx="1816100" cy="1619250"/>
          </a:xfrm>
          <a:prstGeom prst="rect">
            <a:avLst/>
          </a:prstGeom>
        </p:spPr>
        <p:txBody>
          <a:bodyPr/>
          <a:lstStyle>
            <a:lvl1pPr marL="0" indent="0">
              <a:buNone/>
              <a:defRPr sz="1399"/>
            </a:lvl1pPr>
          </a:lstStyle>
          <a:p>
            <a:r>
              <a:rPr lang="zh-CN" altLang="en-US" dirty="0"/>
              <a:t>点击添加图</a:t>
            </a:r>
          </a:p>
        </p:txBody>
      </p:sp>
      <p:sp>
        <p:nvSpPr>
          <p:cNvPr id="26" name="图片占位符 21"/>
          <p:cNvSpPr>
            <a:spLocks noGrp="1"/>
          </p:cNvSpPr>
          <p:nvPr>
            <p:ph type="pic" sz="quarter" idx="12" hasCustomPrompt="1"/>
          </p:nvPr>
        </p:nvSpPr>
        <p:spPr>
          <a:xfrm>
            <a:off x="6626774" y="1725927"/>
            <a:ext cx="1816100" cy="1619250"/>
          </a:xfrm>
          <a:prstGeom prst="rect">
            <a:avLst/>
          </a:prstGeom>
        </p:spPr>
        <p:txBody>
          <a:bodyPr/>
          <a:lstStyle>
            <a:lvl1pPr marL="0" indent="0">
              <a:buNone/>
              <a:defRPr sz="1399"/>
            </a:lvl1pPr>
          </a:lstStyle>
          <a:p>
            <a:r>
              <a:rPr lang="zh-CN" altLang="en-US" dirty="0"/>
              <a:t>点击添加图</a:t>
            </a:r>
          </a:p>
        </p:txBody>
      </p:sp>
      <p:sp>
        <p:nvSpPr>
          <p:cNvPr id="27" name="图片占位符 21"/>
          <p:cNvSpPr>
            <a:spLocks noGrp="1"/>
          </p:cNvSpPr>
          <p:nvPr>
            <p:ph type="pic" sz="quarter" idx="13" hasCustomPrompt="1"/>
          </p:nvPr>
        </p:nvSpPr>
        <p:spPr>
          <a:xfrm>
            <a:off x="3848595" y="1728788"/>
            <a:ext cx="1816100" cy="1619250"/>
          </a:xfrm>
          <a:prstGeom prst="rect">
            <a:avLst/>
          </a:prstGeom>
        </p:spPr>
        <p:txBody>
          <a:bodyPr/>
          <a:lstStyle>
            <a:lvl1pPr marL="0" indent="0">
              <a:buNone/>
              <a:defRPr sz="1399"/>
            </a:lvl1pPr>
          </a:lstStyle>
          <a:p>
            <a:r>
              <a:rPr lang="zh-CN" altLang="en-US" dirty="0"/>
              <a:t>点击添加图</a:t>
            </a:r>
          </a:p>
        </p:txBody>
      </p:sp>
      <p:sp>
        <p:nvSpPr>
          <p:cNvPr id="30" name="文本占位符 29"/>
          <p:cNvSpPr>
            <a:spLocks noGrp="1"/>
          </p:cNvSpPr>
          <p:nvPr>
            <p:ph type="body" sz="quarter" idx="14" hasCustomPrompt="1"/>
          </p:nvPr>
        </p:nvSpPr>
        <p:spPr>
          <a:xfrm>
            <a:off x="1047279" y="3497582"/>
            <a:ext cx="1944687" cy="317500"/>
          </a:xfrm>
          <a:prstGeom prst="rect">
            <a:avLst/>
          </a:prstGeom>
          <a:solidFill>
            <a:schemeClr val="accent1">
              <a:lumMod val="75000"/>
            </a:schemeClr>
          </a:solidFill>
        </p:spPr>
        <p:txBody>
          <a:bodyPr/>
          <a:lstStyle>
            <a:lvl1pPr marL="0" indent="0" algn="ctr">
              <a:buNone/>
              <a:defRPr sz="1399" b="1">
                <a:solidFill>
                  <a:schemeClr val="tx2"/>
                </a:solidFill>
              </a:defRPr>
            </a:lvl1pPr>
          </a:lstStyle>
          <a:p>
            <a:pPr lvl="0"/>
            <a:r>
              <a:rPr lang="zh-CN" altLang="en-US" dirty="0"/>
              <a:t>点击增加文本</a:t>
            </a:r>
          </a:p>
        </p:txBody>
      </p:sp>
      <p:sp>
        <p:nvSpPr>
          <p:cNvPr id="32" name="文本占位符 29"/>
          <p:cNvSpPr>
            <a:spLocks noGrp="1"/>
          </p:cNvSpPr>
          <p:nvPr>
            <p:ph type="body" sz="quarter" idx="15" hasCustomPrompt="1"/>
          </p:nvPr>
        </p:nvSpPr>
        <p:spPr>
          <a:xfrm>
            <a:off x="3812005" y="3515826"/>
            <a:ext cx="1944687" cy="317500"/>
          </a:xfrm>
          <a:prstGeom prst="rect">
            <a:avLst/>
          </a:prstGeom>
          <a:solidFill>
            <a:schemeClr val="accent1">
              <a:lumMod val="60000"/>
              <a:lumOff val="40000"/>
            </a:schemeClr>
          </a:solidFill>
        </p:spPr>
        <p:txBody>
          <a:bodyPr/>
          <a:lstStyle>
            <a:lvl1pPr marL="0" indent="0" algn="ctr">
              <a:buNone/>
              <a:defRPr sz="1399" b="1">
                <a:solidFill>
                  <a:schemeClr val="tx2"/>
                </a:solidFill>
              </a:defRPr>
            </a:lvl1pPr>
          </a:lstStyle>
          <a:p>
            <a:pPr lvl="0"/>
            <a:r>
              <a:rPr lang="zh-CN" altLang="en-US" dirty="0"/>
              <a:t>点击增加文本</a:t>
            </a:r>
          </a:p>
        </p:txBody>
      </p:sp>
      <p:sp>
        <p:nvSpPr>
          <p:cNvPr id="33" name="文本占位符 29"/>
          <p:cNvSpPr>
            <a:spLocks noGrp="1"/>
          </p:cNvSpPr>
          <p:nvPr>
            <p:ph type="body" sz="quarter" idx="16" hasCustomPrompt="1"/>
          </p:nvPr>
        </p:nvSpPr>
        <p:spPr>
          <a:xfrm>
            <a:off x="6587907" y="3503657"/>
            <a:ext cx="1944687" cy="317500"/>
          </a:xfrm>
          <a:prstGeom prst="rect">
            <a:avLst/>
          </a:prstGeom>
          <a:solidFill>
            <a:schemeClr val="accent3"/>
          </a:solidFill>
        </p:spPr>
        <p:txBody>
          <a:bodyPr/>
          <a:lstStyle>
            <a:lvl1pPr marL="0" indent="0" algn="ctr">
              <a:buNone/>
              <a:defRPr sz="1399" b="1">
                <a:solidFill>
                  <a:schemeClr val="tx2"/>
                </a:solidFill>
              </a:defRPr>
            </a:lvl1pPr>
          </a:lstStyle>
          <a:p>
            <a:pPr lvl="0"/>
            <a:r>
              <a:rPr lang="zh-CN" altLang="en-US" dirty="0"/>
              <a:t>点击增加文本</a:t>
            </a:r>
          </a:p>
        </p:txBody>
      </p:sp>
      <p:sp>
        <p:nvSpPr>
          <p:cNvPr id="35" name="文本占位符 29"/>
          <p:cNvSpPr>
            <a:spLocks noGrp="1"/>
          </p:cNvSpPr>
          <p:nvPr>
            <p:ph type="body" sz="quarter" idx="17" hasCustomPrompt="1"/>
          </p:nvPr>
        </p:nvSpPr>
        <p:spPr>
          <a:xfrm>
            <a:off x="9341454" y="3515826"/>
            <a:ext cx="1944687" cy="317500"/>
          </a:xfrm>
          <a:prstGeom prst="rect">
            <a:avLst/>
          </a:prstGeom>
          <a:solidFill>
            <a:schemeClr val="accent4"/>
          </a:solidFill>
        </p:spPr>
        <p:txBody>
          <a:bodyPr/>
          <a:lstStyle>
            <a:lvl1pPr marL="0" indent="0" algn="ctr">
              <a:buNone/>
              <a:defRPr sz="1399" b="1">
                <a:solidFill>
                  <a:schemeClr val="tx2"/>
                </a:solidFill>
              </a:defRPr>
            </a:lvl1pPr>
          </a:lstStyle>
          <a:p>
            <a:pPr lvl="0"/>
            <a:r>
              <a:rPr lang="zh-CN" altLang="en-US" dirty="0"/>
              <a:t>点击增加文本</a:t>
            </a:r>
          </a:p>
        </p:txBody>
      </p:sp>
      <p:sp>
        <p:nvSpPr>
          <p:cNvPr id="16" name="标题 1"/>
          <p:cNvSpPr>
            <a:spLocks noGrp="1"/>
          </p:cNvSpPr>
          <p:nvPr>
            <p:ph type="title"/>
          </p:nvPr>
        </p:nvSpPr>
        <p:spPr>
          <a:xfrm>
            <a:off x="838201" y="365126"/>
            <a:ext cx="10684652"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5308672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技术及趋势分析2：文字为主分述型">
    <p:spTree>
      <p:nvGrpSpPr>
        <p:cNvPr id="1" name=""/>
        <p:cNvGrpSpPr/>
        <p:nvPr/>
      </p:nvGrpSpPr>
      <p:grpSpPr>
        <a:xfrm>
          <a:off x="0" y="0"/>
          <a:ext cx="0" cy="0"/>
          <a:chOff x="0" y="0"/>
          <a:chExt cx="0" cy="0"/>
        </a:xfrm>
      </p:grpSpPr>
      <p:sp>
        <p:nvSpPr>
          <p:cNvPr id="41" name="文本占位符 40"/>
          <p:cNvSpPr>
            <a:spLocks noGrp="1"/>
          </p:cNvSpPr>
          <p:nvPr>
            <p:ph type="body" sz="quarter" idx="18"/>
          </p:nvPr>
        </p:nvSpPr>
        <p:spPr>
          <a:xfrm>
            <a:off x="733077" y="1475760"/>
            <a:ext cx="2517775" cy="4480500"/>
          </a:xfrm>
          <a:prstGeom prst="rect">
            <a:avLst/>
          </a:prstGeom>
          <a:ln>
            <a:solidFill>
              <a:schemeClr val="bg1"/>
            </a:solidFill>
          </a:ln>
        </p:spPr>
        <p:txBody>
          <a:bodyPr anchor="ctr" anchorCtr="0"/>
          <a:lstStyle>
            <a:lvl1pPr marL="0" indent="0">
              <a:buNone/>
              <a:defRPr sz="1200"/>
            </a:lvl1pPr>
          </a:lstStyle>
          <a:p>
            <a:pPr lvl="0"/>
            <a:r>
              <a:rPr lang="en-US" altLang="zh-CN"/>
              <a:t>Click to edit Master text styles</a:t>
            </a:r>
          </a:p>
        </p:txBody>
      </p:sp>
      <p:sp>
        <p:nvSpPr>
          <p:cNvPr id="42" name="文本占位符 40"/>
          <p:cNvSpPr>
            <a:spLocks noGrp="1"/>
          </p:cNvSpPr>
          <p:nvPr>
            <p:ph type="body" sz="quarter" idx="19"/>
          </p:nvPr>
        </p:nvSpPr>
        <p:spPr>
          <a:xfrm>
            <a:off x="3518674" y="1475760"/>
            <a:ext cx="2517775" cy="4480500"/>
          </a:xfrm>
          <a:prstGeom prst="rect">
            <a:avLst/>
          </a:prstGeom>
          <a:ln>
            <a:solidFill>
              <a:schemeClr val="bg1"/>
            </a:solidFill>
          </a:ln>
        </p:spPr>
        <p:txBody>
          <a:bodyPr anchor="ctr" anchorCtr="0"/>
          <a:lstStyle>
            <a:lvl1pPr marL="0" indent="0">
              <a:buNone/>
              <a:defRPr sz="1200"/>
            </a:lvl1pPr>
          </a:lstStyle>
          <a:p>
            <a:pPr lvl="0"/>
            <a:r>
              <a:rPr lang="en-US" altLang="zh-CN"/>
              <a:t>Click to edit Master text styles</a:t>
            </a:r>
          </a:p>
        </p:txBody>
      </p:sp>
      <p:sp>
        <p:nvSpPr>
          <p:cNvPr id="43" name="文本占位符 40"/>
          <p:cNvSpPr>
            <a:spLocks noGrp="1"/>
          </p:cNvSpPr>
          <p:nvPr>
            <p:ph type="body" sz="quarter" idx="20"/>
          </p:nvPr>
        </p:nvSpPr>
        <p:spPr>
          <a:xfrm>
            <a:off x="6241658" y="1496554"/>
            <a:ext cx="2517775" cy="4480500"/>
          </a:xfrm>
          <a:prstGeom prst="rect">
            <a:avLst/>
          </a:prstGeom>
          <a:ln>
            <a:solidFill>
              <a:schemeClr val="bg1"/>
            </a:solidFill>
          </a:ln>
        </p:spPr>
        <p:txBody>
          <a:bodyPr anchor="ctr" anchorCtr="0"/>
          <a:lstStyle>
            <a:lvl1pPr marL="0" indent="0">
              <a:buNone/>
              <a:defRPr sz="1200"/>
            </a:lvl1pPr>
          </a:lstStyle>
          <a:p>
            <a:pPr lvl="0"/>
            <a:r>
              <a:rPr lang="en-US" altLang="zh-CN"/>
              <a:t>Click to edit Master text styles</a:t>
            </a:r>
          </a:p>
        </p:txBody>
      </p:sp>
      <p:sp>
        <p:nvSpPr>
          <p:cNvPr id="44" name="文本占位符 40"/>
          <p:cNvSpPr>
            <a:spLocks noGrp="1"/>
          </p:cNvSpPr>
          <p:nvPr>
            <p:ph type="body" sz="quarter" idx="21"/>
          </p:nvPr>
        </p:nvSpPr>
        <p:spPr>
          <a:xfrm>
            <a:off x="9034434" y="1496554"/>
            <a:ext cx="2517775" cy="4480500"/>
          </a:xfrm>
          <a:prstGeom prst="rect">
            <a:avLst/>
          </a:prstGeom>
          <a:ln>
            <a:solidFill>
              <a:schemeClr val="bg1"/>
            </a:solidFill>
          </a:ln>
        </p:spPr>
        <p:txBody>
          <a:bodyPr anchor="ctr" anchorCtr="0"/>
          <a:lstStyle>
            <a:lvl1pPr marL="0" indent="0">
              <a:buNone/>
              <a:defRPr sz="1200"/>
            </a:lvl1pPr>
          </a:lstStyle>
          <a:p>
            <a:pPr lvl="0"/>
            <a:r>
              <a:rPr lang="en-US" altLang="zh-CN"/>
              <a:t>Click to edit Master text styles</a:t>
            </a:r>
          </a:p>
        </p:txBody>
      </p:sp>
      <p:sp>
        <p:nvSpPr>
          <p:cNvPr id="36" name="文本占位符 29"/>
          <p:cNvSpPr>
            <a:spLocks noGrp="1"/>
          </p:cNvSpPr>
          <p:nvPr>
            <p:ph type="body" sz="quarter" idx="14" hasCustomPrompt="1"/>
          </p:nvPr>
        </p:nvSpPr>
        <p:spPr>
          <a:xfrm>
            <a:off x="1019622" y="1319560"/>
            <a:ext cx="1944687" cy="317500"/>
          </a:xfrm>
          <a:prstGeom prst="rect">
            <a:avLst/>
          </a:prstGeom>
          <a:solidFill>
            <a:schemeClr val="accent1">
              <a:lumMod val="75000"/>
            </a:schemeClr>
          </a:solidFill>
        </p:spPr>
        <p:txBody>
          <a:bodyPr/>
          <a:lstStyle>
            <a:lvl1pPr marL="0" indent="0" algn="ctr">
              <a:buNone/>
              <a:defRPr sz="1399" b="1">
                <a:solidFill>
                  <a:schemeClr val="tx2"/>
                </a:solidFill>
              </a:defRPr>
            </a:lvl1pPr>
          </a:lstStyle>
          <a:p>
            <a:pPr lvl="0"/>
            <a:r>
              <a:rPr lang="zh-CN" altLang="en-US" dirty="0"/>
              <a:t>点击增加文本</a:t>
            </a:r>
          </a:p>
        </p:txBody>
      </p:sp>
      <p:sp>
        <p:nvSpPr>
          <p:cNvPr id="37" name="文本占位符 29"/>
          <p:cNvSpPr>
            <a:spLocks noGrp="1"/>
          </p:cNvSpPr>
          <p:nvPr>
            <p:ph type="body" sz="quarter" idx="15" hasCustomPrompt="1"/>
          </p:nvPr>
        </p:nvSpPr>
        <p:spPr>
          <a:xfrm>
            <a:off x="3784347" y="1337804"/>
            <a:ext cx="1944687" cy="317500"/>
          </a:xfrm>
          <a:prstGeom prst="rect">
            <a:avLst/>
          </a:prstGeom>
          <a:solidFill>
            <a:schemeClr val="accent1">
              <a:lumMod val="60000"/>
              <a:lumOff val="40000"/>
            </a:schemeClr>
          </a:solidFill>
        </p:spPr>
        <p:txBody>
          <a:bodyPr/>
          <a:lstStyle>
            <a:lvl1pPr marL="0" indent="0" algn="ctr">
              <a:buNone/>
              <a:defRPr sz="1399" b="1">
                <a:solidFill>
                  <a:schemeClr val="tx2"/>
                </a:solidFill>
              </a:defRPr>
            </a:lvl1pPr>
          </a:lstStyle>
          <a:p>
            <a:pPr lvl="0"/>
            <a:r>
              <a:rPr lang="zh-CN" altLang="en-US" dirty="0"/>
              <a:t>点击增加文本</a:t>
            </a:r>
          </a:p>
        </p:txBody>
      </p:sp>
      <p:sp>
        <p:nvSpPr>
          <p:cNvPr id="38" name="文本占位符 29"/>
          <p:cNvSpPr>
            <a:spLocks noGrp="1"/>
          </p:cNvSpPr>
          <p:nvPr>
            <p:ph type="body" sz="quarter" idx="16" hasCustomPrompt="1"/>
          </p:nvPr>
        </p:nvSpPr>
        <p:spPr>
          <a:xfrm>
            <a:off x="6560249" y="1325635"/>
            <a:ext cx="1944687" cy="317500"/>
          </a:xfrm>
          <a:prstGeom prst="rect">
            <a:avLst/>
          </a:prstGeom>
          <a:solidFill>
            <a:schemeClr val="accent3"/>
          </a:solidFill>
        </p:spPr>
        <p:txBody>
          <a:bodyPr/>
          <a:lstStyle>
            <a:lvl1pPr marL="0" indent="0" algn="ctr">
              <a:buNone/>
              <a:defRPr sz="1399" b="1">
                <a:solidFill>
                  <a:schemeClr val="tx2"/>
                </a:solidFill>
              </a:defRPr>
            </a:lvl1pPr>
          </a:lstStyle>
          <a:p>
            <a:pPr lvl="0"/>
            <a:r>
              <a:rPr lang="zh-CN" altLang="en-US" dirty="0"/>
              <a:t>点击增加文本</a:t>
            </a:r>
          </a:p>
        </p:txBody>
      </p:sp>
      <p:sp>
        <p:nvSpPr>
          <p:cNvPr id="39" name="文本占位符 29"/>
          <p:cNvSpPr>
            <a:spLocks noGrp="1"/>
          </p:cNvSpPr>
          <p:nvPr>
            <p:ph type="body" sz="quarter" idx="17" hasCustomPrompt="1"/>
          </p:nvPr>
        </p:nvSpPr>
        <p:spPr>
          <a:xfrm>
            <a:off x="9313797" y="1341978"/>
            <a:ext cx="1944687" cy="317500"/>
          </a:xfrm>
          <a:prstGeom prst="rect">
            <a:avLst/>
          </a:prstGeom>
          <a:solidFill>
            <a:schemeClr val="accent4"/>
          </a:solidFill>
        </p:spPr>
        <p:txBody>
          <a:bodyPr/>
          <a:lstStyle>
            <a:lvl1pPr marL="0" indent="0" algn="ctr">
              <a:buNone/>
              <a:defRPr sz="1399" b="1">
                <a:solidFill>
                  <a:schemeClr val="tx2"/>
                </a:solidFill>
              </a:defRPr>
            </a:lvl1pPr>
          </a:lstStyle>
          <a:p>
            <a:pPr lvl="0"/>
            <a:r>
              <a:rPr lang="zh-CN" altLang="en-US" dirty="0"/>
              <a:t>点击增加文本</a:t>
            </a:r>
          </a:p>
        </p:txBody>
      </p:sp>
      <p:sp>
        <p:nvSpPr>
          <p:cNvPr id="11"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255962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技术及趋势分析3：分组分述型">
    <p:spTree>
      <p:nvGrpSpPr>
        <p:cNvPr id="1" name=""/>
        <p:cNvGrpSpPr/>
        <p:nvPr/>
      </p:nvGrpSpPr>
      <p:grpSpPr>
        <a:xfrm>
          <a:off x="0" y="0"/>
          <a:ext cx="0" cy="0"/>
          <a:chOff x="0" y="0"/>
          <a:chExt cx="0" cy="0"/>
        </a:xfrm>
      </p:grpSpPr>
      <p:sp>
        <p:nvSpPr>
          <p:cNvPr id="234" name="文本占位符 56"/>
          <p:cNvSpPr>
            <a:spLocks noGrp="1"/>
          </p:cNvSpPr>
          <p:nvPr>
            <p:ph type="body" sz="quarter" idx="19"/>
          </p:nvPr>
        </p:nvSpPr>
        <p:spPr>
          <a:xfrm>
            <a:off x="782017" y="1229262"/>
            <a:ext cx="5111665" cy="515938"/>
          </a:xfrm>
          <a:prstGeom prst="rect">
            <a:avLst/>
          </a:prstGeom>
          <a:solidFill>
            <a:schemeClr val="bg1">
              <a:lumMod val="20000"/>
              <a:lumOff val="80000"/>
            </a:schemeClr>
          </a:solidFill>
        </p:spPr>
        <p:txBody>
          <a:bodyPr anchor="ctr" anchorCtr="0"/>
          <a:lstStyle>
            <a:lvl1pPr marL="0" indent="0" algn="ctr">
              <a:buNone/>
              <a:defRPr sz="2000" b="1"/>
            </a:lvl1pPr>
          </a:lstStyle>
          <a:p>
            <a:pPr lvl="0"/>
            <a:r>
              <a:rPr lang="en-US" altLang="zh-CN"/>
              <a:t>Click to edit Master text styles</a:t>
            </a:r>
          </a:p>
        </p:txBody>
      </p:sp>
      <p:sp>
        <p:nvSpPr>
          <p:cNvPr id="235" name="文本占位符 56"/>
          <p:cNvSpPr>
            <a:spLocks noGrp="1"/>
          </p:cNvSpPr>
          <p:nvPr>
            <p:ph type="body" sz="quarter" idx="20"/>
          </p:nvPr>
        </p:nvSpPr>
        <p:spPr>
          <a:xfrm>
            <a:off x="6258622" y="1227604"/>
            <a:ext cx="5111665" cy="515938"/>
          </a:xfrm>
          <a:prstGeom prst="rect">
            <a:avLst/>
          </a:prstGeom>
          <a:solidFill>
            <a:schemeClr val="bg1">
              <a:lumMod val="20000"/>
              <a:lumOff val="80000"/>
            </a:schemeClr>
          </a:solidFill>
        </p:spPr>
        <p:txBody>
          <a:bodyPr anchor="ctr" anchorCtr="0"/>
          <a:lstStyle>
            <a:lvl1pPr marL="0" indent="0" algn="ctr">
              <a:buNone/>
              <a:defRPr sz="2000" b="1"/>
            </a:lvl1pPr>
          </a:lstStyle>
          <a:p>
            <a:pPr lvl="0"/>
            <a:r>
              <a:rPr lang="en-US" altLang="zh-CN"/>
              <a:t>Click to edit Master text styles</a:t>
            </a:r>
          </a:p>
        </p:txBody>
      </p:sp>
      <p:sp>
        <p:nvSpPr>
          <p:cNvPr id="236" name="文本占位符 40"/>
          <p:cNvSpPr>
            <a:spLocks noGrp="1"/>
          </p:cNvSpPr>
          <p:nvPr>
            <p:ph type="body" sz="quarter" idx="18"/>
          </p:nvPr>
        </p:nvSpPr>
        <p:spPr>
          <a:xfrm>
            <a:off x="767111" y="1779341"/>
            <a:ext cx="5138294" cy="4275771"/>
          </a:xfrm>
          <a:prstGeom prst="rect">
            <a:avLst/>
          </a:prstGeom>
          <a:ln>
            <a:solidFill>
              <a:schemeClr val="bg2"/>
            </a:solidFill>
          </a:ln>
        </p:spPr>
        <p:txBody>
          <a:bodyPr anchor="ctr" anchorCtr="0"/>
          <a:lstStyle>
            <a:lvl1pPr marL="0" indent="0">
              <a:buNone/>
              <a:defRPr sz="1800"/>
            </a:lvl1pPr>
          </a:lstStyle>
          <a:p>
            <a:pPr lvl="0"/>
            <a:r>
              <a:rPr lang="en-US" altLang="zh-CN"/>
              <a:t>Click to edit Master text styles</a:t>
            </a:r>
          </a:p>
        </p:txBody>
      </p:sp>
      <p:sp>
        <p:nvSpPr>
          <p:cNvPr id="237" name="文本占位符 40"/>
          <p:cNvSpPr>
            <a:spLocks noGrp="1"/>
          </p:cNvSpPr>
          <p:nvPr>
            <p:ph type="body" sz="quarter" idx="21"/>
          </p:nvPr>
        </p:nvSpPr>
        <p:spPr>
          <a:xfrm>
            <a:off x="6246899" y="1779341"/>
            <a:ext cx="5138294" cy="4275771"/>
          </a:xfrm>
          <a:prstGeom prst="rect">
            <a:avLst/>
          </a:prstGeom>
          <a:ln>
            <a:solidFill>
              <a:schemeClr val="bg2"/>
            </a:solidFill>
          </a:ln>
        </p:spPr>
        <p:txBody>
          <a:bodyPr anchor="ctr" anchorCtr="0"/>
          <a:lstStyle>
            <a:lvl1pPr marL="0" indent="0">
              <a:buNone/>
              <a:defRPr sz="1800"/>
            </a:lvl1pPr>
          </a:lstStyle>
          <a:p>
            <a:pPr lvl="0"/>
            <a:r>
              <a:rPr lang="en-US" altLang="zh-CN"/>
              <a:t>Click to edit Master text styles</a:t>
            </a:r>
          </a:p>
        </p:txBody>
      </p:sp>
      <p:sp>
        <p:nvSpPr>
          <p:cNvPr id="7"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9317016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技术及趋势分析4：文字陈述型">
    <p:spTree>
      <p:nvGrpSpPr>
        <p:cNvPr id="1" name=""/>
        <p:cNvGrpSpPr/>
        <p:nvPr/>
      </p:nvGrpSpPr>
      <p:grpSpPr>
        <a:xfrm>
          <a:off x="0" y="0"/>
          <a:ext cx="0" cy="0"/>
          <a:chOff x="0" y="0"/>
          <a:chExt cx="0" cy="0"/>
        </a:xfrm>
      </p:grpSpPr>
      <p:sp>
        <p:nvSpPr>
          <p:cNvPr id="47" name="文本占位符 56"/>
          <p:cNvSpPr>
            <a:spLocks noGrp="1"/>
          </p:cNvSpPr>
          <p:nvPr>
            <p:ph type="body" sz="quarter" idx="19"/>
          </p:nvPr>
        </p:nvSpPr>
        <p:spPr>
          <a:xfrm>
            <a:off x="838202" y="1142365"/>
            <a:ext cx="10720057" cy="328790"/>
          </a:xfrm>
          <a:prstGeom prst="rect">
            <a:avLst/>
          </a:prstGeom>
          <a:solidFill>
            <a:schemeClr val="bg1">
              <a:lumMod val="20000"/>
              <a:lumOff val="80000"/>
            </a:schemeClr>
          </a:solidFill>
        </p:spPr>
        <p:txBody>
          <a:bodyPr anchor="ctr" anchorCtr="0"/>
          <a:lstStyle>
            <a:lvl1pPr marL="0" indent="0" algn="ctr">
              <a:buNone/>
              <a:defRPr sz="1399" b="1"/>
            </a:lvl1pPr>
          </a:lstStyle>
          <a:p>
            <a:pPr lvl="0"/>
            <a:r>
              <a:rPr lang="en-US" altLang="zh-CN"/>
              <a:t>Click to edit Master text styles</a:t>
            </a:r>
          </a:p>
        </p:txBody>
      </p:sp>
      <p:sp>
        <p:nvSpPr>
          <p:cNvPr id="48" name="文本占位符 56"/>
          <p:cNvSpPr>
            <a:spLocks noGrp="1"/>
          </p:cNvSpPr>
          <p:nvPr>
            <p:ph type="body" sz="quarter" idx="20"/>
          </p:nvPr>
        </p:nvSpPr>
        <p:spPr>
          <a:xfrm>
            <a:off x="838203" y="3563204"/>
            <a:ext cx="5269871" cy="328790"/>
          </a:xfrm>
          <a:prstGeom prst="rect">
            <a:avLst/>
          </a:prstGeom>
          <a:solidFill>
            <a:schemeClr val="bg1">
              <a:lumMod val="20000"/>
              <a:lumOff val="80000"/>
            </a:schemeClr>
          </a:solidFill>
        </p:spPr>
        <p:txBody>
          <a:bodyPr anchor="ctr" anchorCtr="0"/>
          <a:lstStyle>
            <a:lvl1pPr marL="0" indent="0" algn="ctr">
              <a:buNone/>
              <a:defRPr sz="1399" b="1"/>
            </a:lvl1pPr>
          </a:lstStyle>
          <a:p>
            <a:pPr lvl="0"/>
            <a:r>
              <a:rPr lang="en-US" altLang="zh-CN"/>
              <a:t>Click to edit Master text styles</a:t>
            </a:r>
          </a:p>
        </p:txBody>
      </p:sp>
      <p:sp>
        <p:nvSpPr>
          <p:cNvPr id="49" name="文本占位符 56"/>
          <p:cNvSpPr>
            <a:spLocks noGrp="1"/>
          </p:cNvSpPr>
          <p:nvPr>
            <p:ph type="body" sz="quarter" idx="21"/>
          </p:nvPr>
        </p:nvSpPr>
        <p:spPr>
          <a:xfrm>
            <a:off x="6288388" y="3563204"/>
            <a:ext cx="5269871" cy="328790"/>
          </a:xfrm>
          <a:prstGeom prst="rect">
            <a:avLst/>
          </a:prstGeom>
          <a:solidFill>
            <a:schemeClr val="bg1">
              <a:lumMod val="20000"/>
              <a:lumOff val="80000"/>
            </a:schemeClr>
          </a:solidFill>
        </p:spPr>
        <p:txBody>
          <a:bodyPr anchor="ctr" anchorCtr="0"/>
          <a:lstStyle>
            <a:lvl1pPr marL="0" indent="0" algn="ctr">
              <a:buNone/>
              <a:defRPr sz="1399" b="1"/>
            </a:lvl1pPr>
          </a:lstStyle>
          <a:p>
            <a:pPr lvl="0"/>
            <a:r>
              <a:rPr lang="en-US" altLang="zh-CN"/>
              <a:t>Click to edit Master text styles</a:t>
            </a:r>
          </a:p>
        </p:txBody>
      </p:sp>
      <p:sp>
        <p:nvSpPr>
          <p:cNvPr id="50" name="文本占位符 40"/>
          <p:cNvSpPr>
            <a:spLocks noGrp="1"/>
          </p:cNvSpPr>
          <p:nvPr>
            <p:ph type="body" sz="quarter" idx="18"/>
          </p:nvPr>
        </p:nvSpPr>
        <p:spPr>
          <a:xfrm>
            <a:off x="838203" y="1482979"/>
            <a:ext cx="10720055" cy="1928436"/>
          </a:xfrm>
          <a:prstGeom prst="rect">
            <a:avLst/>
          </a:prstGeom>
          <a:solidFill>
            <a:schemeClr val="tx2">
              <a:lumMod val="95000"/>
            </a:schemeClr>
          </a:solidFill>
          <a:ln>
            <a:solidFill>
              <a:schemeClr val="bg1">
                <a:lumMod val="20000"/>
                <a:lumOff val="80000"/>
              </a:schemeClr>
            </a:solidFill>
          </a:ln>
        </p:spPr>
        <p:txBody>
          <a:bodyPr anchor="ctr" anchorCtr="0"/>
          <a:lstStyle>
            <a:lvl1pPr marL="0" indent="0">
              <a:buNone/>
              <a:defRPr sz="1200"/>
            </a:lvl1pPr>
          </a:lstStyle>
          <a:p>
            <a:pPr lvl="0"/>
            <a:r>
              <a:rPr lang="en-US" altLang="zh-CN"/>
              <a:t>Click to edit Master text styles</a:t>
            </a:r>
          </a:p>
        </p:txBody>
      </p:sp>
      <p:sp>
        <p:nvSpPr>
          <p:cNvPr id="51" name="文本占位符 40"/>
          <p:cNvSpPr>
            <a:spLocks noGrp="1"/>
          </p:cNvSpPr>
          <p:nvPr>
            <p:ph type="body" sz="quarter" idx="22"/>
          </p:nvPr>
        </p:nvSpPr>
        <p:spPr>
          <a:xfrm>
            <a:off x="826480" y="3891994"/>
            <a:ext cx="5285481" cy="1928436"/>
          </a:xfrm>
          <a:prstGeom prst="rect">
            <a:avLst/>
          </a:prstGeom>
          <a:solidFill>
            <a:schemeClr val="tx2">
              <a:lumMod val="95000"/>
            </a:schemeClr>
          </a:solidFill>
          <a:ln>
            <a:solidFill>
              <a:schemeClr val="bg1">
                <a:lumMod val="20000"/>
                <a:lumOff val="80000"/>
              </a:schemeClr>
            </a:solidFill>
          </a:ln>
        </p:spPr>
        <p:txBody>
          <a:bodyPr anchor="ctr" anchorCtr="0"/>
          <a:lstStyle>
            <a:lvl1pPr marL="0" indent="0">
              <a:buNone/>
              <a:defRPr sz="1200"/>
            </a:lvl1pPr>
          </a:lstStyle>
          <a:p>
            <a:pPr lvl="0"/>
            <a:r>
              <a:rPr lang="en-US" altLang="zh-CN"/>
              <a:t>Click to edit Master text styles</a:t>
            </a:r>
          </a:p>
        </p:txBody>
      </p:sp>
      <p:sp>
        <p:nvSpPr>
          <p:cNvPr id="52" name="文本占位符 40"/>
          <p:cNvSpPr>
            <a:spLocks noGrp="1"/>
          </p:cNvSpPr>
          <p:nvPr>
            <p:ph type="body" sz="quarter" idx="23"/>
          </p:nvPr>
        </p:nvSpPr>
        <p:spPr>
          <a:xfrm>
            <a:off x="6280552" y="3891994"/>
            <a:ext cx="5285481" cy="1928436"/>
          </a:xfrm>
          <a:prstGeom prst="rect">
            <a:avLst/>
          </a:prstGeom>
          <a:solidFill>
            <a:schemeClr val="tx2">
              <a:lumMod val="95000"/>
            </a:schemeClr>
          </a:solidFill>
          <a:ln>
            <a:solidFill>
              <a:schemeClr val="bg1">
                <a:lumMod val="20000"/>
                <a:lumOff val="80000"/>
              </a:schemeClr>
            </a:solidFill>
          </a:ln>
        </p:spPr>
        <p:txBody>
          <a:bodyPr anchor="ctr" anchorCtr="0"/>
          <a:lstStyle>
            <a:lvl1pPr marL="0" indent="0">
              <a:buNone/>
              <a:defRPr sz="1200"/>
            </a:lvl1pPr>
          </a:lstStyle>
          <a:p>
            <a:pPr lvl="0"/>
            <a:r>
              <a:rPr lang="en-US" altLang="zh-CN"/>
              <a:t>Click to edit Master text styles</a:t>
            </a:r>
          </a:p>
        </p:txBody>
      </p:sp>
      <p:sp>
        <p:nvSpPr>
          <p:cNvPr id="9" name="标题 1"/>
          <p:cNvSpPr>
            <a:spLocks noGrp="1"/>
          </p:cNvSpPr>
          <p:nvPr>
            <p:ph type="title"/>
          </p:nvPr>
        </p:nvSpPr>
        <p:spPr>
          <a:xfrm>
            <a:off x="838201" y="365126"/>
            <a:ext cx="10720057"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8927165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技术及趋势分析5：技术演进型">
    <p:spTree>
      <p:nvGrpSpPr>
        <p:cNvPr id="1" name=""/>
        <p:cNvGrpSpPr/>
        <p:nvPr/>
      </p:nvGrpSpPr>
      <p:grpSpPr>
        <a:xfrm>
          <a:off x="0" y="0"/>
          <a:ext cx="0" cy="0"/>
          <a:chOff x="0" y="0"/>
          <a:chExt cx="0" cy="0"/>
        </a:xfrm>
      </p:grpSpPr>
      <p:sp>
        <p:nvSpPr>
          <p:cNvPr id="51" name="内容占位符 50"/>
          <p:cNvSpPr>
            <a:spLocks noGrp="1"/>
          </p:cNvSpPr>
          <p:nvPr>
            <p:ph sz="quarter" idx="10"/>
          </p:nvPr>
        </p:nvSpPr>
        <p:spPr>
          <a:xfrm>
            <a:off x="838201" y="1031877"/>
            <a:ext cx="10520363" cy="383381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52" name="文本占位符 10"/>
          <p:cNvSpPr>
            <a:spLocks noGrp="1"/>
          </p:cNvSpPr>
          <p:nvPr>
            <p:ph type="body" sz="quarter" idx="11"/>
          </p:nvPr>
        </p:nvSpPr>
        <p:spPr>
          <a:xfrm>
            <a:off x="819892" y="4976435"/>
            <a:ext cx="10538672" cy="941502"/>
          </a:xfrm>
          <a:prstGeom prst="rect">
            <a:avLst/>
          </a:prstGeom>
        </p:spPr>
        <p:txBody>
          <a:bodyPr/>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5"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2760814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技术架构分析1：分层型">
    <p:spTree>
      <p:nvGrpSpPr>
        <p:cNvPr id="1" name=""/>
        <p:cNvGrpSpPr/>
        <p:nvPr/>
      </p:nvGrpSpPr>
      <p:grpSpPr>
        <a:xfrm>
          <a:off x="0" y="0"/>
          <a:ext cx="0" cy="0"/>
          <a:chOff x="0" y="0"/>
          <a:chExt cx="0" cy="0"/>
        </a:xfrm>
      </p:grpSpPr>
      <p:sp>
        <p:nvSpPr>
          <p:cNvPr id="279" name="内容占位符 50"/>
          <p:cNvSpPr>
            <a:spLocks noGrp="1"/>
          </p:cNvSpPr>
          <p:nvPr>
            <p:ph sz="quarter" idx="10"/>
          </p:nvPr>
        </p:nvSpPr>
        <p:spPr>
          <a:xfrm>
            <a:off x="838201" y="1031877"/>
            <a:ext cx="10520363" cy="383381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280" name="文本占位符 10"/>
          <p:cNvSpPr>
            <a:spLocks noGrp="1"/>
          </p:cNvSpPr>
          <p:nvPr>
            <p:ph type="body" sz="quarter" idx="11"/>
          </p:nvPr>
        </p:nvSpPr>
        <p:spPr>
          <a:xfrm>
            <a:off x="819892" y="4976435"/>
            <a:ext cx="10538672" cy="941502"/>
          </a:xfrm>
          <a:prstGeom prst="rect">
            <a:avLst/>
          </a:prstGeom>
        </p:spPr>
        <p:txBody>
          <a:bodyPr/>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5"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8703205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技术架构分析2：分层型2">
    <p:spTree>
      <p:nvGrpSpPr>
        <p:cNvPr id="1" name=""/>
        <p:cNvGrpSpPr/>
        <p:nvPr/>
      </p:nvGrpSpPr>
      <p:grpSpPr>
        <a:xfrm>
          <a:off x="0" y="0"/>
          <a:ext cx="0" cy="0"/>
          <a:chOff x="0" y="0"/>
          <a:chExt cx="0" cy="0"/>
        </a:xfrm>
      </p:grpSpPr>
      <p:sp>
        <p:nvSpPr>
          <p:cNvPr id="125" name="内容占位符 50"/>
          <p:cNvSpPr>
            <a:spLocks noGrp="1"/>
          </p:cNvSpPr>
          <p:nvPr>
            <p:ph sz="quarter" idx="10"/>
          </p:nvPr>
        </p:nvSpPr>
        <p:spPr>
          <a:xfrm>
            <a:off x="838201" y="1338146"/>
            <a:ext cx="6798376" cy="4511669"/>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126" name="文本占位符 10"/>
          <p:cNvSpPr>
            <a:spLocks noGrp="1"/>
          </p:cNvSpPr>
          <p:nvPr>
            <p:ph type="body" sz="quarter" idx="11"/>
          </p:nvPr>
        </p:nvSpPr>
        <p:spPr>
          <a:xfrm>
            <a:off x="7802253" y="1338146"/>
            <a:ext cx="3556310" cy="4511669"/>
          </a:xfrm>
          <a:prstGeom prst="rect">
            <a:avLst/>
          </a:prstGeom>
        </p:spPr>
        <p:txBody>
          <a:bodyPr anchor="ctr" anchorCtr="0"/>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5"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26509749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技术架构分析4：技术对比型">
    <p:spTree>
      <p:nvGrpSpPr>
        <p:cNvPr id="1" name=""/>
        <p:cNvGrpSpPr/>
        <p:nvPr/>
      </p:nvGrpSpPr>
      <p:grpSpPr>
        <a:xfrm>
          <a:off x="0" y="0"/>
          <a:ext cx="0" cy="0"/>
          <a:chOff x="0" y="0"/>
          <a:chExt cx="0" cy="0"/>
        </a:xfrm>
      </p:grpSpPr>
      <p:sp>
        <p:nvSpPr>
          <p:cNvPr id="110" name="内容占位符 50"/>
          <p:cNvSpPr>
            <a:spLocks noGrp="1"/>
          </p:cNvSpPr>
          <p:nvPr>
            <p:ph sz="quarter" idx="10"/>
          </p:nvPr>
        </p:nvSpPr>
        <p:spPr>
          <a:xfrm>
            <a:off x="838200" y="1809802"/>
            <a:ext cx="4665984" cy="4040015"/>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111" name="内容占位符 50"/>
          <p:cNvSpPr>
            <a:spLocks noGrp="1"/>
          </p:cNvSpPr>
          <p:nvPr>
            <p:ph sz="quarter" idx="11"/>
          </p:nvPr>
        </p:nvSpPr>
        <p:spPr>
          <a:xfrm>
            <a:off x="6534042" y="1800562"/>
            <a:ext cx="4665984" cy="4040015"/>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112" name="文本占位符 56"/>
          <p:cNvSpPr>
            <a:spLocks noGrp="1"/>
          </p:cNvSpPr>
          <p:nvPr>
            <p:ph type="body" sz="quarter" idx="20"/>
          </p:nvPr>
        </p:nvSpPr>
        <p:spPr>
          <a:xfrm>
            <a:off x="838203" y="1100017"/>
            <a:ext cx="4665982" cy="62020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113" name="文本占位符 56"/>
          <p:cNvSpPr>
            <a:spLocks noGrp="1"/>
          </p:cNvSpPr>
          <p:nvPr>
            <p:ph type="body" sz="quarter" idx="21"/>
          </p:nvPr>
        </p:nvSpPr>
        <p:spPr>
          <a:xfrm>
            <a:off x="6534044" y="1095881"/>
            <a:ext cx="4665982" cy="62020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7"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9659556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技术架构分析5：技术展开型">
    <p:spTree>
      <p:nvGrpSpPr>
        <p:cNvPr id="1" name=""/>
        <p:cNvGrpSpPr/>
        <p:nvPr/>
      </p:nvGrpSpPr>
      <p:grpSpPr>
        <a:xfrm>
          <a:off x="0" y="0"/>
          <a:ext cx="0" cy="0"/>
          <a:chOff x="0" y="0"/>
          <a:chExt cx="0" cy="0"/>
        </a:xfrm>
      </p:grpSpPr>
      <p:sp>
        <p:nvSpPr>
          <p:cNvPr id="32" name="内容占位符 50"/>
          <p:cNvSpPr>
            <a:spLocks noGrp="1"/>
          </p:cNvSpPr>
          <p:nvPr>
            <p:ph sz="quarter" idx="10"/>
          </p:nvPr>
        </p:nvSpPr>
        <p:spPr>
          <a:xfrm>
            <a:off x="843337" y="1852921"/>
            <a:ext cx="3237474" cy="262152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33" name="文本占位符 56"/>
          <p:cNvSpPr>
            <a:spLocks noGrp="1"/>
          </p:cNvSpPr>
          <p:nvPr>
            <p:ph type="body" sz="quarter" idx="20"/>
          </p:nvPr>
        </p:nvSpPr>
        <p:spPr>
          <a:xfrm>
            <a:off x="843337" y="1265514"/>
            <a:ext cx="3237474" cy="45127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35" name="文本占位符 56"/>
          <p:cNvSpPr>
            <a:spLocks noGrp="1"/>
          </p:cNvSpPr>
          <p:nvPr>
            <p:ph type="body" sz="quarter" idx="21"/>
          </p:nvPr>
        </p:nvSpPr>
        <p:spPr>
          <a:xfrm>
            <a:off x="4470490" y="1265514"/>
            <a:ext cx="3237474" cy="45127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36" name="文本占位符 56"/>
          <p:cNvSpPr>
            <a:spLocks noGrp="1"/>
          </p:cNvSpPr>
          <p:nvPr>
            <p:ph type="body" sz="quarter" idx="22"/>
          </p:nvPr>
        </p:nvSpPr>
        <p:spPr>
          <a:xfrm>
            <a:off x="8097642" y="1265514"/>
            <a:ext cx="3237474" cy="45127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38" name="内容占位符 50"/>
          <p:cNvSpPr>
            <a:spLocks noGrp="1"/>
          </p:cNvSpPr>
          <p:nvPr>
            <p:ph sz="quarter" idx="23"/>
          </p:nvPr>
        </p:nvSpPr>
        <p:spPr>
          <a:xfrm>
            <a:off x="4470490" y="1852921"/>
            <a:ext cx="3237474" cy="262152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39" name="内容占位符 50"/>
          <p:cNvSpPr>
            <a:spLocks noGrp="1"/>
          </p:cNvSpPr>
          <p:nvPr>
            <p:ph sz="quarter" idx="24"/>
          </p:nvPr>
        </p:nvSpPr>
        <p:spPr>
          <a:xfrm>
            <a:off x="8121089" y="1861451"/>
            <a:ext cx="3237474" cy="262152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40" name="文本占位符 10"/>
          <p:cNvSpPr>
            <a:spLocks noGrp="1"/>
          </p:cNvSpPr>
          <p:nvPr>
            <p:ph type="body" sz="quarter" idx="11"/>
          </p:nvPr>
        </p:nvSpPr>
        <p:spPr>
          <a:xfrm>
            <a:off x="843338" y="4593554"/>
            <a:ext cx="10515226" cy="941502"/>
          </a:xfrm>
          <a:prstGeom prst="rect">
            <a:avLst/>
          </a:prstGeom>
        </p:spPr>
        <p:txBody>
          <a:bodyPr/>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10"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2249280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技术架构分析6：技术分解型">
    <p:spTree>
      <p:nvGrpSpPr>
        <p:cNvPr id="1" name=""/>
        <p:cNvGrpSpPr/>
        <p:nvPr/>
      </p:nvGrpSpPr>
      <p:grpSpPr>
        <a:xfrm>
          <a:off x="0" y="0"/>
          <a:ext cx="0" cy="0"/>
          <a:chOff x="0" y="0"/>
          <a:chExt cx="0" cy="0"/>
        </a:xfrm>
      </p:grpSpPr>
      <p:sp>
        <p:nvSpPr>
          <p:cNvPr id="4" name="内容占位符 50"/>
          <p:cNvSpPr>
            <a:spLocks noGrp="1"/>
          </p:cNvSpPr>
          <p:nvPr>
            <p:ph sz="quarter" idx="10"/>
          </p:nvPr>
        </p:nvSpPr>
        <p:spPr>
          <a:xfrm>
            <a:off x="838200" y="1376048"/>
            <a:ext cx="10520363" cy="4450323"/>
          </a:xfrm>
          <a:prstGeom prst="rect">
            <a:avLst/>
          </a:prstGeom>
        </p:spPr>
        <p:txBody>
          <a:bodyPr anchor="ctr" anchorCtr="0"/>
          <a:lstStyle>
            <a:lvl1pPr marL="0" indent="0" algn="l">
              <a:buNone/>
              <a:defRPr sz="2000"/>
            </a:lvl1pPr>
          </a:lstStyle>
          <a:p>
            <a:pPr lvl="0"/>
            <a:r>
              <a:rPr lang="en-US" altLang="zh-CN"/>
              <a:t>Click to edit Master text styles</a:t>
            </a:r>
          </a:p>
        </p:txBody>
      </p:sp>
      <p:sp>
        <p:nvSpPr>
          <p:cNvPr id="5"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1914671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技术架构分析7：文字型">
    <p:spTree>
      <p:nvGrpSpPr>
        <p:cNvPr id="1" name=""/>
        <p:cNvGrpSpPr/>
        <p:nvPr/>
      </p:nvGrpSpPr>
      <p:grpSpPr>
        <a:xfrm>
          <a:off x="0" y="0"/>
          <a:ext cx="0" cy="0"/>
          <a:chOff x="0" y="0"/>
          <a:chExt cx="0" cy="0"/>
        </a:xfrm>
      </p:grpSpPr>
      <p:sp>
        <p:nvSpPr>
          <p:cNvPr id="44" name="内容占位符 50"/>
          <p:cNvSpPr>
            <a:spLocks noGrp="1"/>
          </p:cNvSpPr>
          <p:nvPr>
            <p:ph sz="quarter" idx="10"/>
          </p:nvPr>
        </p:nvSpPr>
        <p:spPr>
          <a:xfrm>
            <a:off x="838200" y="1434003"/>
            <a:ext cx="2749994" cy="445032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45" name="文本占位符 40"/>
          <p:cNvSpPr>
            <a:spLocks noGrp="1"/>
          </p:cNvSpPr>
          <p:nvPr>
            <p:ph type="body" sz="quarter" idx="23"/>
          </p:nvPr>
        </p:nvSpPr>
        <p:spPr>
          <a:xfrm>
            <a:off x="6338167" y="1418686"/>
            <a:ext cx="5143825" cy="641653"/>
          </a:xfrm>
          <a:prstGeom prst="rect">
            <a:avLst/>
          </a:prstGeom>
          <a:solidFill>
            <a:schemeClr val="tx2">
              <a:lumMod val="95000"/>
            </a:schemeClr>
          </a:solid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46" name="文本占位符 56"/>
          <p:cNvSpPr>
            <a:spLocks noGrp="1"/>
          </p:cNvSpPr>
          <p:nvPr>
            <p:ph type="body" sz="quarter" idx="20"/>
          </p:nvPr>
        </p:nvSpPr>
        <p:spPr>
          <a:xfrm>
            <a:off x="3606914" y="1440129"/>
            <a:ext cx="2678532" cy="62020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47" name="文本占位符 40"/>
          <p:cNvSpPr>
            <a:spLocks noGrp="1"/>
          </p:cNvSpPr>
          <p:nvPr>
            <p:ph type="body" sz="quarter" idx="24"/>
          </p:nvPr>
        </p:nvSpPr>
        <p:spPr>
          <a:xfrm>
            <a:off x="6338167" y="2137736"/>
            <a:ext cx="5143825" cy="1261957"/>
          </a:xfrm>
          <a:prstGeom prst="rect">
            <a:avLst/>
          </a:prstGeom>
          <a:solidFill>
            <a:schemeClr val="tx2">
              <a:lumMod val="95000"/>
            </a:schemeClr>
          </a:solid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48" name="文本占位符 56"/>
          <p:cNvSpPr>
            <a:spLocks noGrp="1"/>
          </p:cNvSpPr>
          <p:nvPr>
            <p:ph type="body" sz="quarter" idx="25"/>
          </p:nvPr>
        </p:nvSpPr>
        <p:spPr>
          <a:xfrm>
            <a:off x="3606914" y="2135735"/>
            <a:ext cx="2678532" cy="126395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49" name="文本占位符 40"/>
          <p:cNvSpPr>
            <a:spLocks noGrp="1"/>
          </p:cNvSpPr>
          <p:nvPr>
            <p:ph type="body" sz="quarter" idx="26"/>
          </p:nvPr>
        </p:nvSpPr>
        <p:spPr>
          <a:xfrm>
            <a:off x="6338167" y="3475090"/>
            <a:ext cx="5143825" cy="1261957"/>
          </a:xfrm>
          <a:prstGeom prst="rect">
            <a:avLst/>
          </a:prstGeom>
          <a:solidFill>
            <a:schemeClr val="tx2">
              <a:lumMod val="95000"/>
            </a:schemeClr>
          </a:solid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50" name="文本占位符 56"/>
          <p:cNvSpPr>
            <a:spLocks noGrp="1"/>
          </p:cNvSpPr>
          <p:nvPr>
            <p:ph type="body" sz="quarter" idx="27"/>
          </p:nvPr>
        </p:nvSpPr>
        <p:spPr>
          <a:xfrm>
            <a:off x="3606914" y="3473089"/>
            <a:ext cx="2678532" cy="126395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55" name="文本占位符 40"/>
          <p:cNvSpPr>
            <a:spLocks noGrp="1"/>
          </p:cNvSpPr>
          <p:nvPr>
            <p:ph type="body" sz="quarter" idx="28"/>
          </p:nvPr>
        </p:nvSpPr>
        <p:spPr>
          <a:xfrm>
            <a:off x="6338167" y="4810443"/>
            <a:ext cx="5143825" cy="1073883"/>
          </a:xfrm>
          <a:prstGeom prst="rect">
            <a:avLst/>
          </a:prstGeom>
          <a:solidFill>
            <a:schemeClr val="tx2">
              <a:lumMod val="95000"/>
            </a:schemeClr>
          </a:solid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56" name="文本占位符 56"/>
          <p:cNvSpPr>
            <a:spLocks noGrp="1"/>
          </p:cNvSpPr>
          <p:nvPr>
            <p:ph type="body" sz="quarter" idx="29"/>
          </p:nvPr>
        </p:nvSpPr>
        <p:spPr>
          <a:xfrm>
            <a:off x="3606914" y="4808442"/>
            <a:ext cx="2678532" cy="1075587"/>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12"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2314773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技术架构分析8：左图右文型">
    <p:spTree>
      <p:nvGrpSpPr>
        <p:cNvPr id="1" name=""/>
        <p:cNvGrpSpPr/>
        <p:nvPr/>
      </p:nvGrpSpPr>
      <p:grpSpPr>
        <a:xfrm>
          <a:off x="0" y="0"/>
          <a:ext cx="0" cy="0"/>
          <a:chOff x="0" y="0"/>
          <a:chExt cx="0" cy="0"/>
        </a:xfrm>
      </p:grpSpPr>
      <p:sp>
        <p:nvSpPr>
          <p:cNvPr id="58" name="内容占位符 50"/>
          <p:cNvSpPr>
            <a:spLocks noGrp="1"/>
          </p:cNvSpPr>
          <p:nvPr>
            <p:ph sz="quarter" idx="10"/>
          </p:nvPr>
        </p:nvSpPr>
        <p:spPr>
          <a:xfrm>
            <a:off x="838201" y="1376047"/>
            <a:ext cx="6983254" cy="4075184"/>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59" name="文本占位符 40"/>
          <p:cNvSpPr>
            <a:spLocks noGrp="1"/>
          </p:cNvSpPr>
          <p:nvPr>
            <p:ph type="body" sz="quarter" idx="24"/>
          </p:nvPr>
        </p:nvSpPr>
        <p:spPr>
          <a:xfrm>
            <a:off x="7936524" y="1364875"/>
            <a:ext cx="3422040" cy="1261957"/>
          </a:xfrm>
          <a:prstGeom prst="rect">
            <a:avLst/>
          </a:prstGeom>
          <a:no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61" name="文本占位符 40"/>
          <p:cNvSpPr>
            <a:spLocks noGrp="1"/>
          </p:cNvSpPr>
          <p:nvPr>
            <p:ph type="body" sz="quarter" idx="25"/>
          </p:nvPr>
        </p:nvSpPr>
        <p:spPr>
          <a:xfrm>
            <a:off x="7936524" y="2777075"/>
            <a:ext cx="3422041" cy="1261957"/>
          </a:xfrm>
          <a:prstGeom prst="rect">
            <a:avLst/>
          </a:prstGeom>
          <a:no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62" name="文本占位符 40"/>
          <p:cNvSpPr>
            <a:spLocks noGrp="1"/>
          </p:cNvSpPr>
          <p:nvPr>
            <p:ph type="body" sz="quarter" idx="26"/>
          </p:nvPr>
        </p:nvSpPr>
        <p:spPr>
          <a:xfrm>
            <a:off x="7945900" y="4197509"/>
            <a:ext cx="3412665" cy="1261957"/>
          </a:xfrm>
          <a:prstGeom prst="rect">
            <a:avLst/>
          </a:prstGeom>
          <a:no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63" name="文本占位符 56"/>
          <p:cNvSpPr>
            <a:spLocks noGrp="1"/>
          </p:cNvSpPr>
          <p:nvPr>
            <p:ph type="body" sz="quarter" idx="20"/>
          </p:nvPr>
        </p:nvSpPr>
        <p:spPr>
          <a:xfrm>
            <a:off x="838200" y="5629033"/>
            <a:ext cx="10520364" cy="504093"/>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8"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4597950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技术架构分析9：要素分解型">
    <p:spTree>
      <p:nvGrpSpPr>
        <p:cNvPr id="1" name=""/>
        <p:cNvGrpSpPr/>
        <p:nvPr/>
      </p:nvGrpSpPr>
      <p:grpSpPr>
        <a:xfrm>
          <a:off x="0" y="0"/>
          <a:ext cx="0" cy="0"/>
          <a:chOff x="0" y="0"/>
          <a:chExt cx="0" cy="0"/>
        </a:xfrm>
      </p:grpSpPr>
      <p:sp>
        <p:nvSpPr>
          <p:cNvPr id="33" name="内容占位符 50"/>
          <p:cNvSpPr>
            <a:spLocks noGrp="1"/>
          </p:cNvSpPr>
          <p:nvPr>
            <p:ph sz="quarter" idx="10"/>
          </p:nvPr>
        </p:nvSpPr>
        <p:spPr>
          <a:xfrm>
            <a:off x="838201" y="1324234"/>
            <a:ext cx="4430305" cy="4519617"/>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34" name="文本占位符 56"/>
          <p:cNvSpPr>
            <a:spLocks noGrp="1"/>
          </p:cNvSpPr>
          <p:nvPr>
            <p:ph type="body" sz="quarter" idx="20"/>
          </p:nvPr>
        </p:nvSpPr>
        <p:spPr>
          <a:xfrm>
            <a:off x="5506075" y="1324235"/>
            <a:ext cx="2842046" cy="366455"/>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35" name="文本占位符 56"/>
          <p:cNvSpPr>
            <a:spLocks noGrp="1"/>
          </p:cNvSpPr>
          <p:nvPr>
            <p:ph type="body" sz="quarter" idx="21"/>
          </p:nvPr>
        </p:nvSpPr>
        <p:spPr>
          <a:xfrm>
            <a:off x="8500521" y="1324235"/>
            <a:ext cx="2842046" cy="366455"/>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36" name="文本占位符 56"/>
          <p:cNvSpPr>
            <a:spLocks noGrp="1"/>
          </p:cNvSpPr>
          <p:nvPr>
            <p:ph type="body" sz="quarter" idx="22"/>
          </p:nvPr>
        </p:nvSpPr>
        <p:spPr>
          <a:xfrm>
            <a:off x="5522071" y="3653260"/>
            <a:ext cx="2842046" cy="366455"/>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37" name="文本占位符 56"/>
          <p:cNvSpPr>
            <a:spLocks noGrp="1"/>
          </p:cNvSpPr>
          <p:nvPr>
            <p:ph type="body" sz="quarter" idx="23"/>
          </p:nvPr>
        </p:nvSpPr>
        <p:spPr>
          <a:xfrm>
            <a:off x="8516517" y="3653260"/>
            <a:ext cx="2842046" cy="366455"/>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38" name="文本占位符 40"/>
          <p:cNvSpPr>
            <a:spLocks noGrp="1"/>
          </p:cNvSpPr>
          <p:nvPr>
            <p:ph type="body" sz="quarter" idx="24"/>
          </p:nvPr>
        </p:nvSpPr>
        <p:spPr>
          <a:xfrm>
            <a:off x="5506076" y="1741490"/>
            <a:ext cx="2842046" cy="1779343"/>
          </a:xfrm>
          <a:prstGeom prst="rect">
            <a:avLst/>
          </a:prstGeom>
          <a:solidFill>
            <a:schemeClr val="tx2">
              <a:lumMod val="95000"/>
            </a:schemeClr>
          </a:solid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39" name="文本占位符 40"/>
          <p:cNvSpPr>
            <a:spLocks noGrp="1"/>
          </p:cNvSpPr>
          <p:nvPr>
            <p:ph type="body" sz="quarter" idx="25"/>
          </p:nvPr>
        </p:nvSpPr>
        <p:spPr>
          <a:xfrm>
            <a:off x="5506076" y="4064510"/>
            <a:ext cx="2842046" cy="1779343"/>
          </a:xfrm>
          <a:prstGeom prst="rect">
            <a:avLst/>
          </a:prstGeom>
          <a:solidFill>
            <a:schemeClr val="tx2">
              <a:lumMod val="95000"/>
            </a:schemeClr>
          </a:solid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40" name="文本占位符 40"/>
          <p:cNvSpPr>
            <a:spLocks noGrp="1"/>
          </p:cNvSpPr>
          <p:nvPr>
            <p:ph type="body" sz="quarter" idx="26"/>
          </p:nvPr>
        </p:nvSpPr>
        <p:spPr>
          <a:xfrm>
            <a:off x="8515357" y="1741490"/>
            <a:ext cx="2842046" cy="1779343"/>
          </a:xfrm>
          <a:prstGeom prst="rect">
            <a:avLst/>
          </a:prstGeom>
          <a:solidFill>
            <a:schemeClr val="tx2">
              <a:lumMod val="95000"/>
            </a:schemeClr>
          </a:solid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41" name="文本占位符 40"/>
          <p:cNvSpPr>
            <a:spLocks noGrp="1"/>
          </p:cNvSpPr>
          <p:nvPr>
            <p:ph type="body" sz="quarter" idx="27"/>
          </p:nvPr>
        </p:nvSpPr>
        <p:spPr>
          <a:xfrm>
            <a:off x="8515357" y="4064510"/>
            <a:ext cx="2842046" cy="1779343"/>
          </a:xfrm>
          <a:prstGeom prst="rect">
            <a:avLst/>
          </a:prstGeom>
          <a:solidFill>
            <a:schemeClr val="tx2">
              <a:lumMod val="95000"/>
            </a:schemeClr>
          </a:solid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12"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29655939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技术架构分析10：分组分解型">
    <p:spTree>
      <p:nvGrpSpPr>
        <p:cNvPr id="1" name=""/>
        <p:cNvGrpSpPr/>
        <p:nvPr/>
      </p:nvGrpSpPr>
      <p:grpSpPr>
        <a:xfrm>
          <a:off x="0" y="0"/>
          <a:ext cx="0" cy="0"/>
          <a:chOff x="0" y="0"/>
          <a:chExt cx="0" cy="0"/>
        </a:xfrm>
      </p:grpSpPr>
      <p:sp>
        <p:nvSpPr>
          <p:cNvPr id="48" name="内容占位符 50"/>
          <p:cNvSpPr>
            <a:spLocks noGrp="1"/>
          </p:cNvSpPr>
          <p:nvPr>
            <p:ph sz="quarter" idx="10"/>
          </p:nvPr>
        </p:nvSpPr>
        <p:spPr>
          <a:xfrm>
            <a:off x="838200" y="1809802"/>
            <a:ext cx="3171092" cy="4040015"/>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49" name="文本占位符 56"/>
          <p:cNvSpPr>
            <a:spLocks noGrp="1"/>
          </p:cNvSpPr>
          <p:nvPr>
            <p:ph type="body" sz="quarter" idx="20"/>
          </p:nvPr>
        </p:nvSpPr>
        <p:spPr>
          <a:xfrm>
            <a:off x="838203" y="1125417"/>
            <a:ext cx="3171091" cy="62020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60" name="内容占位符 50"/>
          <p:cNvSpPr>
            <a:spLocks noGrp="1"/>
          </p:cNvSpPr>
          <p:nvPr>
            <p:ph sz="quarter" idx="21"/>
          </p:nvPr>
        </p:nvSpPr>
        <p:spPr>
          <a:xfrm>
            <a:off x="4530968" y="1809802"/>
            <a:ext cx="3171092" cy="4040015"/>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61" name="文本占位符 56"/>
          <p:cNvSpPr>
            <a:spLocks noGrp="1"/>
          </p:cNvSpPr>
          <p:nvPr>
            <p:ph type="body" sz="quarter" idx="22"/>
          </p:nvPr>
        </p:nvSpPr>
        <p:spPr>
          <a:xfrm>
            <a:off x="4530971" y="1125417"/>
            <a:ext cx="3171091" cy="62020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62" name="内容占位符 50"/>
          <p:cNvSpPr>
            <a:spLocks noGrp="1"/>
          </p:cNvSpPr>
          <p:nvPr>
            <p:ph sz="quarter" idx="23"/>
          </p:nvPr>
        </p:nvSpPr>
        <p:spPr>
          <a:xfrm>
            <a:off x="8187470" y="1809802"/>
            <a:ext cx="3171092" cy="4040015"/>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63" name="文本占位符 56"/>
          <p:cNvSpPr>
            <a:spLocks noGrp="1"/>
          </p:cNvSpPr>
          <p:nvPr>
            <p:ph type="body" sz="quarter" idx="24"/>
          </p:nvPr>
        </p:nvSpPr>
        <p:spPr>
          <a:xfrm>
            <a:off x="8187473" y="1125417"/>
            <a:ext cx="3171091" cy="620209"/>
          </a:xfrm>
          <a:prstGeom prst="rect">
            <a:avLst/>
          </a:prstGeom>
          <a:noFill/>
        </p:spPr>
        <p:txBody>
          <a:bodyPr anchor="ctr" anchorCtr="0"/>
          <a:lstStyle>
            <a:lvl1pPr marL="0" indent="0" algn="ctr">
              <a:buNone/>
              <a:defRPr sz="1399" b="1"/>
            </a:lvl1pPr>
          </a:lstStyle>
          <a:p>
            <a:pPr lvl="0"/>
            <a:r>
              <a:rPr lang="en-US" altLang="zh-CN"/>
              <a:t>Click to edit Master text styles</a:t>
            </a:r>
          </a:p>
        </p:txBody>
      </p:sp>
      <p:sp>
        <p:nvSpPr>
          <p:cNvPr id="9"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516515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地图为背景，分区描述布局">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6881" y="1279968"/>
            <a:ext cx="8131675" cy="4658502"/>
          </a:xfrm>
          <a:prstGeom prst="rect">
            <a:avLst/>
          </a:prstGeom>
        </p:spPr>
      </p:pic>
      <p:sp>
        <p:nvSpPr>
          <p:cNvPr id="53" name="文本占位符 40"/>
          <p:cNvSpPr>
            <a:spLocks noGrp="1"/>
          </p:cNvSpPr>
          <p:nvPr>
            <p:ph type="body" sz="quarter" idx="26"/>
          </p:nvPr>
        </p:nvSpPr>
        <p:spPr>
          <a:xfrm>
            <a:off x="4952583" y="2806639"/>
            <a:ext cx="3080628" cy="1001637"/>
          </a:xfrm>
          <a:prstGeom prst="rect">
            <a:avLst/>
          </a:prstGeom>
          <a:solidFill>
            <a:schemeClr val="accent6">
              <a:lumMod val="20000"/>
              <a:lumOff val="80000"/>
            </a:schemeClr>
          </a:solidFill>
          <a:ln>
            <a:solidFill>
              <a:schemeClr val="bg1">
                <a:lumMod val="20000"/>
                <a:lumOff val="80000"/>
              </a:schemeClr>
            </a:solidFill>
          </a:ln>
        </p:spPr>
        <p:txBody>
          <a:bodyPr anchor="ctr" anchorCtr="0"/>
          <a:lstStyle>
            <a:lvl1pPr marL="0" indent="0" algn="ctr">
              <a:buNone/>
              <a:defRPr sz="1599" b="1"/>
            </a:lvl1pPr>
          </a:lstStyle>
          <a:p>
            <a:pPr lvl="0"/>
            <a:r>
              <a:rPr lang="en-US" altLang="zh-CN"/>
              <a:t>Click to edit Master text styles</a:t>
            </a:r>
          </a:p>
        </p:txBody>
      </p:sp>
      <p:sp>
        <p:nvSpPr>
          <p:cNvPr id="54" name="文本占位符 40"/>
          <p:cNvSpPr>
            <a:spLocks noGrp="1"/>
          </p:cNvSpPr>
          <p:nvPr>
            <p:ph type="body" sz="quarter" idx="24"/>
          </p:nvPr>
        </p:nvSpPr>
        <p:spPr>
          <a:xfrm>
            <a:off x="838200" y="1038508"/>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55" name="文本占位符 40"/>
          <p:cNvSpPr>
            <a:spLocks noGrp="1"/>
          </p:cNvSpPr>
          <p:nvPr>
            <p:ph type="body" sz="quarter" idx="27"/>
          </p:nvPr>
        </p:nvSpPr>
        <p:spPr>
          <a:xfrm>
            <a:off x="3043516" y="1058870"/>
            <a:ext cx="2595284"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56" name="文本占位符 40"/>
          <p:cNvSpPr>
            <a:spLocks noGrp="1"/>
          </p:cNvSpPr>
          <p:nvPr>
            <p:ph type="body" sz="quarter" idx="28"/>
          </p:nvPr>
        </p:nvSpPr>
        <p:spPr>
          <a:xfrm>
            <a:off x="5808191" y="1065379"/>
            <a:ext cx="2541664"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57" name="文本占位符 40"/>
          <p:cNvSpPr>
            <a:spLocks noGrp="1"/>
          </p:cNvSpPr>
          <p:nvPr>
            <p:ph type="body" sz="quarter" idx="29"/>
          </p:nvPr>
        </p:nvSpPr>
        <p:spPr>
          <a:xfrm>
            <a:off x="8604738" y="1085741"/>
            <a:ext cx="2755601"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59" name="文本占位符 40"/>
          <p:cNvSpPr>
            <a:spLocks noGrp="1"/>
          </p:cNvSpPr>
          <p:nvPr>
            <p:ph type="body" sz="quarter" idx="30"/>
          </p:nvPr>
        </p:nvSpPr>
        <p:spPr>
          <a:xfrm>
            <a:off x="853176" y="4967269"/>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0" name="文本占位符 40"/>
          <p:cNvSpPr>
            <a:spLocks noGrp="1"/>
          </p:cNvSpPr>
          <p:nvPr>
            <p:ph type="body" sz="quarter" idx="31"/>
          </p:nvPr>
        </p:nvSpPr>
        <p:spPr>
          <a:xfrm>
            <a:off x="3058492" y="4987631"/>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1" name="文本占位符 40"/>
          <p:cNvSpPr>
            <a:spLocks noGrp="1"/>
          </p:cNvSpPr>
          <p:nvPr>
            <p:ph type="body" sz="quarter" idx="32"/>
          </p:nvPr>
        </p:nvSpPr>
        <p:spPr>
          <a:xfrm>
            <a:off x="5352345" y="4994140"/>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2" name="文本占位符 40"/>
          <p:cNvSpPr>
            <a:spLocks noGrp="1"/>
          </p:cNvSpPr>
          <p:nvPr>
            <p:ph type="body" sz="quarter" idx="33"/>
          </p:nvPr>
        </p:nvSpPr>
        <p:spPr>
          <a:xfrm>
            <a:off x="7557661" y="5014502"/>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3" name="文本占位符 40"/>
          <p:cNvSpPr>
            <a:spLocks noGrp="1"/>
          </p:cNvSpPr>
          <p:nvPr>
            <p:ph type="body" sz="quarter" idx="34"/>
          </p:nvPr>
        </p:nvSpPr>
        <p:spPr>
          <a:xfrm>
            <a:off x="848147" y="2053127"/>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4" name="文本占位符 40"/>
          <p:cNvSpPr>
            <a:spLocks noGrp="1"/>
          </p:cNvSpPr>
          <p:nvPr>
            <p:ph type="body" sz="quarter" idx="35"/>
          </p:nvPr>
        </p:nvSpPr>
        <p:spPr>
          <a:xfrm>
            <a:off x="849923" y="3035317"/>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5" name="文本占位符 40"/>
          <p:cNvSpPr>
            <a:spLocks noGrp="1"/>
          </p:cNvSpPr>
          <p:nvPr>
            <p:ph type="body" sz="quarter" idx="36"/>
          </p:nvPr>
        </p:nvSpPr>
        <p:spPr>
          <a:xfrm>
            <a:off x="848190" y="4009633"/>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6" name="文本占位符 40"/>
          <p:cNvSpPr>
            <a:spLocks noGrp="1"/>
          </p:cNvSpPr>
          <p:nvPr>
            <p:ph type="body" sz="quarter" idx="37"/>
          </p:nvPr>
        </p:nvSpPr>
        <p:spPr>
          <a:xfrm>
            <a:off x="9319591" y="2069392"/>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7" name="文本占位符 40"/>
          <p:cNvSpPr>
            <a:spLocks noGrp="1"/>
          </p:cNvSpPr>
          <p:nvPr>
            <p:ph type="body" sz="quarter" idx="38"/>
          </p:nvPr>
        </p:nvSpPr>
        <p:spPr>
          <a:xfrm>
            <a:off x="9321367" y="3051582"/>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68" name="文本占位符 40"/>
          <p:cNvSpPr>
            <a:spLocks noGrp="1"/>
          </p:cNvSpPr>
          <p:nvPr>
            <p:ph type="body" sz="quarter" idx="39"/>
          </p:nvPr>
        </p:nvSpPr>
        <p:spPr>
          <a:xfrm>
            <a:off x="9319634" y="4025898"/>
            <a:ext cx="2038972" cy="909163"/>
          </a:xfrm>
          <a:prstGeom prst="rect">
            <a:avLst/>
          </a:prstGeom>
          <a:solidFill>
            <a:schemeClr val="tx2">
              <a:lumMod val="95000"/>
              <a:alpha val="50000"/>
            </a:schemeClr>
          </a:solidFill>
          <a:ln>
            <a:noFill/>
          </a:ln>
        </p:spPr>
        <p:txBody>
          <a:bodyPr anchor="ctr" anchorCtr="0"/>
          <a:lstStyle>
            <a:lvl1pPr marL="0" indent="0">
              <a:buNone/>
              <a:defRPr sz="1200"/>
            </a:lvl1pPr>
          </a:lstStyle>
          <a:p>
            <a:pPr lvl="0"/>
            <a:r>
              <a:rPr lang="en-US" altLang="zh-CN"/>
              <a:t>Click to edit Master text styles</a:t>
            </a:r>
          </a:p>
        </p:txBody>
      </p:sp>
      <p:sp>
        <p:nvSpPr>
          <p:cNvPr id="25"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38512883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策略1：文字型">
    <p:spTree>
      <p:nvGrpSpPr>
        <p:cNvPr id="1" name=""/>
        <p:cNvGrpSpPr/>
        <p:nvPr/>
      </p:nvGrpSpPr>
      <p:grpSpPr>
        <a:xfrm>
          <a:off x="0" y="0"/>
          <a:ext cx="0" cy="0"/>
          <a:chOff x="0" y="0"/>
          <a:chExt cx="0" cy="0"/>
        </a:xfrm>
      </p:grpSpPr>
      <p:sp>
        <p:nvSpPr>
          <p:cNvPr id="41" name="文本占位符 10"/>
          <p:cNvSpPr>
            <a:spLocks noGrp="1"/>
          </p:cNvSpPr>
          <p:nvPr>
            <p:ph type="body" sz="quarter" idx="11"/>
          </p:nvPr>
        </p:nvSpPr>
        <p:spPr>
          <a:xfrm>
            <a:off x="833491" y="2825249"/>
            <a:ext cx="1974101" cy="3267189"/>
          </a:xfrm>
          <a:prstGeom prst="rect">
            <a:avLst/>
          </a:prstGeom>
          <a:effectLst>
            <a:glow rad="101600">
              <a:schemeClr val="accent5">
                <a:satMod val="175000"/>
                <a:alpha val="40000"/>
              </a:schemeClr>
            </a:glow>
          </a:effectLst>
        </p:spPr>
        <p:txBody>
          <a:bodyPr anchor="ctr" anchorCtr="0"/>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42" name="内容占位符 50"/>
          <p:cNvSpPr>
            <a:spLocks noGrp="1"/>
          </p:cNvSpPr>
          <p:nvPr>
            <p:ph sz="quarter" idx="10"/>
          </p:nvPr>
        </p:nvSpPr>
        <p:spPr>
          <a:xfrm>
            <a:off x="838200" y="1193180"/>
            <a:ext cx="1978723" cy="1594743"/>
          </a:xfrm>
          <a:prstGeom prst="rect">
            <a:avLst/>
          </a:prstGeom>
        </p:spPr>
        <p:txBody>
          <a:bodyPr anchor="ctr" anchorCtr="0"/>
          <a:lstStyle>
            <a:lvl1pPr marL="0" indent="0" algn="ctr">
              <a:buNone/>
              <a:defRPr sz="1399" b="1"/>
            </a:lvl1pPr>
          </a:lstStyle>
          <a:p>
            <a:pPr lvl="0"/>
            <a:r>
              <a:rPr lang="en-US" altLang="zh-CN"/>
              <a:t>Click to edit Master text styles</a:t>
            </a:r>
          </a:p>
        </p:txBody>
      </p:sp>
      <p:sp>
        <p:nvSpPr>
          <p:cNvPr id="45" name="文本占位符 10"/>
          <p:cNvSpPr>
            <a:spLocks noGrp="1"/>
          </p:cNvSpPr>
          <p:nvPr>
            <p:ph type="body" sz="quarter" idx="12"/>
          </p:nvPr>
        </p:nvSpPr>
        <p:spPr>
          <a:xfrm>
            <a:off x="3000777" y="2825249"/>
            <a:ext cx="1974101" cy="3267189"/>
          </a:xfrm>
          <a:prstGeom prst="rect">
            <a:avLst/>
          </a:prstGeom>
          <a:effectLst>
            <a:glow rad="101600">
              <a:schemeClr val="accent5">
                <a:satMod val="175000"/>
                <a:alpha val="40000"/>
              </a:schemeClr>
            </a:glow>
          </a:effectLst>
        </p:spPr>
        <p:txBody>
          <a:bodyPr anchor="ctr" anchorCtr="0"/>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46" name="内容占位符 50"/>
          <p:cNvSpPr>
            <a:spLocks noGrp="1"/>
          </p:cNvSpPr>
          <p:nvPr>
            <p:ph sz="quarter" idx="13"/>
          </p:nvPr>
        </p:nvSpPr>
        <p:spPr>
          <a:xfrm>
            <a:off x="2996155" y="1193180"/>
            <a:ext cx="1978723" cy="1594743"/>
          </a:xfrm>
          <a:prstGeom prst="rect">
            <a:avLst/>
          </a:prstGeom>
        </p:spPr>
        <p:txBody>
          <a:bodyPr anchor="ctr" anchorCtr="0"/>
          <a:lstStyle>
            <a:lvl1pPr marL="0" indent="0" algn="ctr">
              <a:buNone/>
              <a:defRPr sz="1399" b="1"/>
            </a:lvl1pPr>
          </a:lstStyle>
          <a:p>
            <a:pPr lvl="0"/>
            <a:r>
              <a:rPr lang="en-US" altLang="zh-CN"/>
              <a:t>Click to edit Master text styles</a:t>
            </a:r>
          </a:p>
        </p:txBody>
      </p:sp>
      <p:sp>
        <p:nvSpPr>
          <p:cNvPr id="47" name="文本占位符 10"/>
          <p:cNvSpPr>
            <a:spLocks noGrp="1"/>
          </p:cNvSpPr>
          <p:nvPr>
            <p:ph type="body" sz="quarter" idx="14"/>
          </p:nvPr>
        </p:nvSpPr>
        <p:spPr>
          <a:xfrm>
            <a:off x="5126945" y="2825249"/>
            <a:ext cx="1974101" cy="3267189"/>
          </a:xfrm>
          <a:prstGeom prst="rect">
            <a:avLst/>
          </a:prstGeom>
          <a:effectLst>
            <a:glow rad="101600">
              <a:schemeClr val="accent5">
                <a:satMod val="175000"/>
                <a:alpha val="40000"/>
              </a:schemeClr>
            </a:glow>
          </a:effectLst>
        </p:spPr>
        <p:txBody>
          <a:bodyPr anchor="ctr" anchorCtr="0"/>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48" name="内容占位符 50"/>
          <p:cNvSpPr>
            <a:spLocks noGrp="1"/>
          </p:cNvSpPr>
          <p:nvPr>
            <p:ph sz="quarter" idx="15"/>
          </p:nvPr>
        </p:nvSpPr>
        <p:spPr>
          <a:xfrm>
            <a:off x="5122323" y="1193180"/>
            <a:ext cx="1978723" cy="1594743"/>
          </a:xfrm>
          <a:prstGeom prst="rect">
            <a:avLst/>
          </a:prstGeom>
        </p:spPr>
        <p:txBody>
          <a:bodyPr anchor="ctr" anchorCtr="0"/>
          <a:lstStyle>
            <a:lvl1pPr marL="0" indent="0" algn="ctr">
              <a:buNone/>
              <a:defRPr sz="1399" b="1"/>
            </a:lvl1pPr>
          </a:lstStyle>
          <a:p>
            <a:pPr lvl="0"/>
            <a:r>
              <a:rPr lang="en-US" altLang="zh-CN"/>
              <a:t>Click to edit Master text styles</a:t>
            </a:r>
          </a:p>
        </p:txBody>
      </p:sp>
      <p:sp>
        <p:nvSpPr>
          <p:cNvPr id="49" name="文本占位符 10"/>
          <p:cNvSpPr>
            <a:spLocks noGrp="1"/>
          </p:cNvSpPr>
          <p:nvPr>
            <p:ph type="body" sz="quarter" idx="16"/>
          </p:nvPr>
        </p:nvSpPr>
        <p:spPr>
          <a:xfrm>
            <a:off x="7255703" y="2820688"/>
            <a:ext cx="1974101" cy="3267189"/>
          </a:xfrm>
          <a:prstGeom prst="rect">
            <a:avLst/>
          </a:prstGeom>
          <a:effectLst>
            <a:glow rad="101600">
              <a:schemeClr val="accent5">
                <a:satMod val="175000"/>
                <a:alpha val="40000"/>
              </a:schemeClr>
            </a:glow>
          </a:effectLst>
        </p:spPr>
        <p:txBody>
          <a:bodyPr anchor="ctr" anchorCtr="0"/>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50" name="内容占位符 50"/>
          <p:cNvSpPr>
            <a:spLocks noGrp="1"/>
          </p:cNvSpPr>
          <p:nvPr>
            <p:ph sz="quarter" idx="17"/>
          </p:nvPr>
        </p:nvSpPr>
        <p:spPr>
          <a:xfrm>
            <a:off x="7251082" y="1179290"/>
            <a:ext cx="1978723" cy="1594743"/>
          </a:xfrm>
          <a:prstGeom prst="rect">
            <a:avLst/>
          </a:prstGeom>
        </p:spPr>
        <p:txBody>
          <a:bodyPr anchor="ctr" anchorCtr="0"/>
          <a:lstStyle>
            <a:lvl1pPr marL="0" indent="0" algn="ctr">
              <a:buNone/>
              <a:defRPr sz="1399" b="1"/>
            </a:lvl1pPr>
          </a:lstStyle>
          <a:p>
            <a:pPr lvl="0"/>
            <a:r>
              <a:rPr lang="en-US" altLang="zh-CN"/>
              <a:t>Click to edit Master text styles</a:t>
            </a:r>
          </a:p>
        </p:txBody>
      </p:sp>
      <p:sp>
        <p:nvSpPr>
          <p:cNvPr id="51" name="文本占位符 10"/>
          <p:cNvSpPr>
            <a:spLocks noGrp="1"/>
          </p:cNvSpPr>
          <p:nvPr>
            <p:ph type="body" sz="quarter" idx="18"/>
          </p:nvPr>
        </p:nvSpPr>
        <p:spPr>
          <a:xfrm>
            <a:off x="9381873" y="2820688"/>
            <a:ext cx="1974101" cy="3267189"/>
          </a:xfrm>
          <a:prstGeom prst="rect">
            <a:avLst/>
          </a:prstGeom>
          <a:effectLst>
            <a:glow rad="101600">
              <a:schemeClr val="accent5">
                <a:satMod val="175000"/>
                <a:alpha val="40000"/>
              </a:schemeClr>
            </a:glow>
          </a:effectLst>
        </p:spPr>
        <p:txBody>
          <a:bodyPr anchor="ctr" anchorCtr="0"/>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52" name="内容占位符 50"/>
          <p:cNvSpPr>
            <a:spLocks noGrp="1"/>
          </p:cNvSpPr>
          <p:nvPr>
            <p:ph sz="quarter" idx="19"/>
          </p:nvPr>
        </p:nvSpPr>
        <p:spPr>
          <a:xfrm>
            <a:off x="9377251" y="1179290"/>
            <a:ext cx="1978723" cy="1594743"/>
          </a:xfrm>
          <a:prstGeom prst="rect">
            <a:avLst/>
          </a:prstGeom>
        </p:spPr>
        <p:txBody>
          <a:bodyPr anchor="ctr" anchorCtr="0"/>
          <a:lstStyle>
            <a:lvl1pPr marL="0" indent="0" algn="ctr">
              <a:buNone/>
              <a:defRPr sz="1399" b="1"/>
            </a:lvl1pPr>
          </a:lstStyle>
          <a:p>
            <a:pPr lvl="0"/>
            <a:r>
              <a:rPr lang="en-US" altLang="zh-CN"/>
              <a:t>Click to edit Master text styles</a:t>
            </a:r>
          </a:p>
        </p:txBody>
      </p:sp>
      <p:sp>
        <p:nvSpPr>
          <p:cNvPr id="13"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41246709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策略2：图+文字型">
    <p:spTree>
      <p:nvGrpSpPr>
        <p:cNvPr id="1" name=""/>
        <p:cNvGrpSpPr/>
        <p:nvPr/>
      </p:nvGrpSpPr>
      <p:grpSpPr>
        <a:xfrm>
          <a:off x="0" y="0"/>
          <a:ext cx="0" cy="0"/>
          <a:chOff x="0" y="0"/>
          <a:chExt cx="0" cy="0"/>
        </a:xfrm>
      </p:grpSpPr>
      <p:sp>
        <p:nvSpPr>
          <p:cNvPr id="15" name="内容占位符 50"/>
          <p:cNvSpPr>
            <a:spLocks noGrp="1"/>
          </p:cNvSpPr>
          <p:nvPr>
            <p:ph sz="quarter" idx="10"/>
          </p:nvPr>
        </p:nvSpPr>
        <p:spPr>
          <a:xfrm>
            <a:off x="838201" y="1376047"/>
            <a:ext cx="6983254" cy="4075184"/>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16" name="文本占位符 40"/>
          <p:cNvSpPr>
            <a:spLocks noGrp="1"/>
          </p:cNvSpPr>
          <p:nvPr>
            <p:ph type="body" sz="quarter" idx="24"/>
          </p:nvPr>
        </p:nvSpPr>
        <p:spPr>
          <a:xfrm>
            <a:off x="7936524" y="1364875"/>
            <a:ext cx="3422040" cy="1261957"/>
          </a:xfrm>
          <a:prstGeom prst="rect">
            <a:avLst/>
          </a:prstGeom>
          <a:no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17" name="文本占位符 40"/>
          <p:cNvSpPr>
            <a:spLocks noGrp="1"/>
          </p:cNvSpPr>
          <p:nvPr>
            <p:ph type="body" sz="quarter" idx="25"/>
          </p:nvPr>
        </p:nvSpPr>
        <p:spPr>
          <a:xfrm>
            <a:off x="7936524" y="2777075"/>
            <a:ext cx="3422040" cy="1261957"/>
          </a:xfrm>
          <a:prstGeom prst="rect">
            <a:avLst/>
          </a:prstGeom>
          <a:no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18" name="文本占位符 40"/>
          <p:cNvSpPr>
            <a:spLocks noGrp="1"/>
          </p:cNvSpPr>
          <p:nvPr>
            <p:ph type="body" sz="quarter" idx="26"/>
          </p:nvPr>
        </p:nvSpPr>
        <p:spPr>
          <a:xfrm>
            <a:off x="7920500" y="4197509"/>
            <a:ext cx="3422040" cy="1261957"/>
          </a:xfrm>
          <a:prstGeom prst="rect">
            <a:avLst/>
          </a:prstGeom>
          <a:noFill/>
          <a:ln>
            <a:solidFill>
              <a:schemeClr val="bg1">
                <a:lumMod val="20000"/>
                <a:lumOff val="80000"/>
              </a:schemeClr>
            </a:solidFill>
          </a:ln>
        </p:spPr>
        <p:txBody>
          <a:bodyPr anchor="ctr" anchorCtr="0"/>
          <a:lstStyle>
            <a:lvl1pPr>
              <a:defRPr sz="1399"/>
            </a:lvl1pPr>
          </a:lstStyle>
          <a:p>
            <a:pPr lvl="0"/>
            <a:r>
              <a:rPr lang="en-US" altLang="zh-CN"/>
              <a:t>Click to edit Master text styles</a:t>
            </a:r>
          </a:p>
        </p:txBody>
      </p:sp>
      <p:sp>
        <p:nvSpPr>
          <p:cNvPr id="7"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26299580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策略4：技术型">
    <p:spTree>
      <p:nvGrpSpPr>
        <p:cNvPr id="1" name=""/>
        <p:cNvGrpSpPr/>
        <p:nvPr/>
      </p:nvGrpSpPr>
      <p:grpSpPr>
        <a:xfrm>
          <a:off x="0" y="0"/>
          <a:ext cx="0" cy="0"/>
          <a:chOff x="0" y="0"/>
          <a:chExt cx="0" cy="0"/>
        </a:xfrm>
      </p:grpSpPr>
      <p:sp>
        <p:nvSpPr>
          <p:cNvPr id="232" name="内容占位符 50"/>
          <p:cNvSpPr>
            <a:spLocks noGrp="1"/>
          </p:cNvSpPr>
          <p:nvPr>
            <p:ph sz="quarter" idx="10"/>
          </p:nvPr>
        </p:nvSpPr>
        <p:spPr>
          <a:xfrm>
            <a:off x="843337" y="1271241"/>
            <a:ext cx="3237474" cy="320320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233" name="内容占位符 50"/>
          <p:cNvSpPr>
            <a:spLocks noGrp="1"/>
          </p:cNvSpPr>
          <p:nvPr>
            <p:ph sz="quarter" idx="23"/>
          </p:nvPr>
        </p:nvSpPr>
        <p:spPr>
          <a:xfrm>
            <a:off x="4470490" y="1271241"/>
            <a:ext cx="3237474" cy="320320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234" name="内容占位符 50"/>
          <p:cNvSpPr>
            <a:spLocks noGrp="1"/>
          </p:cNvSpPr>
          <p:nvPr>
            <p:ph sz="quarter" idx="24"/>
          </p:nvPr>
        </p:nvSpPr>
        <p:spPr>
          <a:xfrm>
            <a:off x="8121089" y="1279771"/>
            <a:ext cx="3237474" cy="3203203"/>
          </a:xfrm>
          <a:prstGeom prst="rect">
            <a:avLst/>
          </a:prstGeom>
        </p:spPr>
        <p:txBody>
          <a:bodyPr anchor="ctr" anchorCtr="0"/>
          <a:lstStyle>
            <a:lvl1pPr marL="0" indent="0" algn="l">
              <a:buNone/>
              <a:defRPr sz="1399"/>
            </a:lvl1pPr>
          </a:lstStyle>
          <a:p>
            <a:pPr lvl="0"/>
            <a:r>
              <a:rPr lang="en-US" altLang="zh-CN"/>
              <a:t>Click to edit Master text styles</a:t>
            </a:r>
          </a:p>
        </p:txBody>
      </p:sp>
      <p:sp>
        <p:nvSpPr>
          <p:cNvPr id="235" name="文本占位符 10"/>
          <p:cNvSpPr>
            <a:spLocks noGrp="1"/>
          </p:cNvSpPr>
          <p:nvPr>
            <p:ph type="body" sz="quarter" idx="11"/>
          </p:nvPr>
        </p:nvSpPr>
        <p:spPr>
          <a:xfrm>
            <a:off x="843338" y="4593555"/>
            <a:ext cx="10515226" cy="1450407"/>
          </a:xfrm>
          <a:prstGeom prst="rect">
            <a:avLst/>
          </a:prstGeom>
        </p:spPr>
        <p:txBody>
          <a:bodyPr/>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7"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8752178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策略5：分层型">
    <p:spTree>
      <p:nvGrpSpPr>
        <p:cNvPr id="1" name=""/>
        <p:cNvGrpSpPr/>
        <p:nvPr/>
      </p:nvGrpSpPr>
      <p:grpSpPr>
        <a:xfrm>
          <a:off x="0" y="0"/>
          <a:ext cx="0" cy="0"/>
          <a:chOff x="0" y="0"/>
          <a:chExt cx="0" cy="0"/>
        </a:xfrm>
      </p:grpSpPr>
      <p:sp>
        <p:nvSpPr>
          <p:cNvPr id="145" name="内容占位符 50"/>
          <p:cNvSpPr>
            <a:spLocks noGrp="1"/>
          </p:cNvSpPr>
          <p:nvPr>
            <p:ph sz="quarter" idx="10"/>
          </p:nvPr>
        </p:nvSpPr>
        <p:spPr>
          <a:xfrm>
            <a:off x="838201" y="1031877"/>
            <a:ext cx="10520363" cy="3833813"/>
          </a:xfrm>
          <a:prstGeom prst="rect">
            <a:avLst/>
          </a:prstGeom>
        </p:spPr>
        <p:txBody>
          <a:bodyPr anchor="ctr" anchorCtr="0"/>
          <a:lstStyle>
            <a:lvl1pPr marL="0" indent="0" algn="l">
              <a:buNone/>
              <a:defRPr sz="2000"/>
            </a:lvl1pPr>
          </a:lstStyle>
          <a:p>
            <a:pPr lvl="0"/>
            <a:r>
              <a:rPr lang="en-US" altLang="zh-CN"/>
              <a:t>Click to edit Master text styles</a:t>
            </a:r>
          </a:p>
        </p:txBody>
      </p:sp>
      <p:sp>
        <p:nvSpPr>
          <p:cNvPr id="146" name="文本占位符 10"/>
          <p:cNvSpPr>
            <a:spLocks noGrp="1"/>
          </p:cNvSpPr>
          <p:nvPr>
            <p:ph type="body" sz="quarter" idx="11"/>
          </p:nvPr>
        </p:nvSpPr>
        <p:spPr>
          <a:xfrm>
            <a:off x="819892" y="4976435"/>
            <a:ext cx="10538672" cy="941502"/>
          </a:xfrm>
          <a:prstGeom prst="rect">
            <a:avLst/>
          </a:prstGeom>
        </p:spPr>
        <p:txBody>
          <a:bodyPr/>
          <a:lstStyle>
            <a:lvl1pPr marL="285636" indent="-285636">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5"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31106970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总结建议、决策点">
    <p:spTree>
      <p:nvGrpSpPr>
        <p:cNvPr id="1" name=""/>
        <p:cNvGrpSpPr/>
        <p:nvPr/>
      </p:nvGrpSpPr>
      <p:grpSpPr>
        <a:xfrm>
          <a:off x="0" y="0"/>
          <a:ext cx="0" cy="0"/>
          <a:chOff x="0" y="0"/>
          <a:chExt cx="0" cy="0"/>
        </a:xfrm>
      </p:grpSpPr>
      <p:grpSp>
        <p:nvGrpSpPr>
          <p:cNvPr id="4" name="组合 3"/>
          <p:cNvGrpSpPr/>
          <p:nvPr/>
        </p:nvGrpSpPr>
        <p:grpSpPr>
          <a:xfrm>
            <a:off x="826478" y="1449535"/>
            <a:ext cx="10717823" cy="4435451"/>
            <a:chOff x="431515" y="1456045"/>
            <a:chExt cx="10960885" cy="4261524"/>
          </a:xfrm>
        </p:grpSpPr>
        <p:pic>
          <p:nvPicPr>
            <p:cNvPr id="6" name="图片 5"/>
            <p:cNvPicPr>
              <a:picLocks noChangeAspect="1"/>
            </p:cNvPicPr>
            <p:nvPr/>
          </p:nvPicPr>
          <p:blipFill>
            <a:blip r:embed="rId2" cstate="screen">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a:xfrm>
              <a:off x="431515" y="1456045"/>
              <a:ext cx="10960884" cy="4261524"/>
            </a:xfrm>
            <a:custGeom>
              <a:avLst/>
              <a:gdLst>
                <a:gd name="connsiteX0" fmla="*/ 0 w 9160565"/>
                <a:gd name="connsiteY0" fmla="*/ 0 h 4261524"/>
                <a:gd name="connsiteX1" fmla="*/ 9160565 w 9160565"/>
                <a:gd name="connsiteY1" fmla="*/ 0 h 4261524"/>
                <a:gd name="connsiteX2" fmla="*/ 9160565 w 9160565"/>
                <a:gd name="connsiteY2" fmla="*/ 4261524 h 4261524"/>
                <a:gd name="connsiteX3" fmla="*/ 9072926 w 9160565"/>
                <a:gd name="connsiteY3" fmla="*/ 4261524 h 4261524"/>
                <a:gd name="connsiteX4" fmla="*/ 8674941 w 9160565"/>
                <a:gd name="connsiteY4" fmla="*/ 4239291 h 4261524"/>
                <a:gd name="connsiteX5" fmla="*/ 2478869 w 9160565"/>
                <a:gd name="connsiteY5" fmla="*/ 3329847 h 4261524"/>
                <a:gd name="connsiteX6" fmla="*/ 141526 w 9160565"/>
                <a:gd name="connsiteY6" fmla="*/ 3690946 h 4261524"/>
                <a:gd name="connsiteX7" fmla="*/ 0 w 9160565"/>
                <a:gd name="connsiteY7" fmla="*/ 3741647 h 4261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0565" h="4261524">
                  <a:moveTo>
                    <a:pt x="0" y="0"/>
                  </a:moveTo>
                  <a:lnTo>
                    <a:pt x="9160565" y="0"/>
                  </a:lnTo>
                  <a:lnTo>
                    <a:pt x="9160565" y="4261524"/>
                  </a:lnTo>
                  <a:lnTo>
                    <a:pt x="9072926" y="4261524"/>
                  </a:lnTo>
                  <a:lnTo>
                    <a:pt x="8674941" y="4239291"/>
                  </a:lnTo>
                  <a:cubicBezTo>
                    <a:pt x="6792959" y="4082393"/>
                    <a:pt x="4646700" y="3326875"/>
                    <a:pt x="2478869" y="3329847"/>
                  </a:cubicBezTo>
                  <a:cubicBezTo>
                    <a:pt x="1698778" y="3330917"/>
                    <a:pt x="915894" y="3430204"/>
                    <a:pt x="141526" y="3690946"/>
                  </a:cubicBezTo>
                  <a:lnTo>
                    <a:pt x="0" y="3741647"/>
                  </a:lnTo>
                  <a:close/>
                </a:path>
              </a:pathLst>
            </a:custGeom>
          </p:spPr>
        </p:pic>
        <p:sp>
          <p:nvSpPr>
            <p:cNvPr id="7" name="ïṩḻîḍe"/>
            <p:cNvSpPr/>
            <p:nvPr/>
          </p:nvSpPr>
          <p:spPr>
            <a:xfrm>
              <a:off x="431516" y="1456045"/>
              <a:ext cx="10960884" cy="3872419"/>
            </a:xfrm>
            <a:custGeom>
              <a:avLst/>
              <a:gdLst>
                <a:gd name="connsiteX0" fmla="*/ 20636 w 46816955"/>
                <a:gd name="connsiteY0" fmla="*/ 0 h 21485320"/>
                <a:gd name="connsiteX1" fmla="*/ 46816955 w 46816955"/>
                <a:gd name="connsiteY1" fmla="*/ 0 h 21485320"/>
                <a:gd name="connsiteX2" fmla="*/ 46816955 w 46816955"/>
                <a:gd name="connsiteY2" fmla="*/ 11114 h 21485320"/>
                <a:gd name="connsiteX3" fmla="*/ 46816955 w 46816955"/>
                <a:gd name="connsiteY3" fmla="*/ 7385453 h 21485320"/>
                <a:gd name="connsiteX4" fmla="*/ 46816955 w 46816955"/>
                <a:gd name="connsiteY4" fmla="*/ 7639874 h 21485320"/>
                <a:gd name="connsiteX5" fmla="*/ 46816955 w 46816955"/>
                <a:gd name="connsiteY5" fmla="*/ 8741664 h 21485320"/>
                <a:gd name="connsiteX6" fmla="*/ 46816955 w 46816955"/>
                <a:gd name="connsiteY6" fmla="*/ 20296588 h 21485320"/>
                <a:gd name="connsiteX7" fmla="*/ 46217883 w 46816955"/>
                <a:gd name="connsiteY7" fmla="*/ 20487596 h 21485320"/>
                <a:gd name="connsiteX8" fmla="*/ 14692522 w 46816955"/>
                <a:gd name="connsiteY8" fmla="*/ 16453010 h 21485320"/>
                <a:gd name="connsiteX9" fmla="*/ 0 w 46816955"/>
                <a:gd name="connsiteY9" fmla="*/ 21485320 h 21485320"/>
                <a:gd name="connsiteX10" fmla="*/ 0 w 46816955"/>
                <a:gd name="connsiteY10" fmla="*/ 8741664 h 21485320"/>
                <a:gd name="connsiteX11" fmla="*/ 0 w 46816955"/>
                <a:gd name="connsiteY11" fmla="*/ 7385453 h 21485320"/>
                <a:gd name="connsiteX12" fmla="*/ 0 w 46816955"/>
                <a:gd name="connsiteY12" fmla="*/ 11114 h 21485320"/>
                <a:gd name="connsiteX13" fmla="*/ 20636 w 46816955"/>
                <a:gd name="connsiteY13" fmla="*/ 11114 h 2148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16955" h="21485320">
                  <a:moveTo>
                    <a:pt x="20636" y="0"/>
                  </a:moveTo>
                  <a:lnTo>
                    <a:pt x="46816955" y="0"/>
                  </a:lnTo>
                  <a:lnTo>
                    <a:pt x="46816955" y="11114"/>
                  </a:lnTo>
                  <a:lnTo>
                    <a:pt x="46816955" y="7385453"/>
                  </a:lnTo>
                  <a:lnTo>
                    <a:pt x="46816955" y="7639874"/>
                  </a:lnTo>
                  <a:lnTo>
                    <a:pt x="46816955" y="8741664"/>
                  </a:lnTo>
                  <a:lnTo>
                    <a:pt x="46816955" y="20296588"/>
                  </a:lnTo>
                  <a:lnTo>
                    <a:pt x="46217883" y="20487596"/>
                  </a:lnTo>
                  <a:cubicBezTo>
                    <a:pt x="37375891" y="23076520"/>
                    <a:pt x="26109951" y="16433430"/>
                    <a:pt x="14692522" y="16453010"/>
                  </a:cubicBezTo>
                  <a:cubicBezTo>
                    <a:pt x="9762267" y="16461466"/>
                    <a:pt x="4803768" y="17712288"/>
                    <a:pt x="0" y="21485320"/>
                  </a:cubicBezTo>
                  <a:lnTo>
                    <a:pt x="0" y="8741664"/>
                  </a:lnTo>
                  <a:lnTo>
                    <a:pt x="0" y="7385453"/>
                  </a:lnTo>
                  <a:lnTo>
                    <a:pt x="0" y="11114"/>
                  </a:lnTo>
                  <a:lnTo>
                    <a:pt x="20636" y="11114"/>
                  </a:lnTo>
                  <a:close/>
                </a:path>
              </a:pathLst>
            </a:custGeom>
            <a:solidFill>
              <a:schemeClr val="tx2">
                <a:lumMod val="95000"/>
                <a:alpha val="70000"/>
              </a:schemeClr>
            </a:solidFill>
            <a:ln w="3175">
              <a:noFill/>
              <a:prstDash val="sysDash"/>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112"/>
              <a:endParaRPr lang="en-US" sz="2799" b="1">
                <a:solidFill>
                  <a:srgbClr val="666666"/>
                </a:solidFill>
                <a:cs typeface="+mn-ea"/>
                <a:sym typeface="微软雅黑" panose="020B0503020204020204" pitchFamily="34" charset="-122"/>
              </a:endParaRPr>
            </a:p>
          </p:txBody>
        </p:sp>
      </p:grpSp>
      <p:sp>
        <p:nvSpPr>
          <p:cNvPr id="9" name="íṣļíḓé"/>
          <p:cNvSpPr/>
          <p:nvPr/>
        </p:nvSpPr>
        <p:spPr bwMode="auto">
          <a:xfrm>
            <a:off x="4470245" y="4269975"/>
            <a:ext cx="6915375" cy="1752164"/>
          </a:xfrm>
          <a:custGeom>
            <a:avLst/>
            <a:gdLst>
              <a:gd name="T0" fmla="*/ 0 w 1250"/>
              <a:gd name="T1" fmla="*/ 24 h 305"/>
              <a:gd name="T2" fmla="*/ 1250 w 1250"/>
              <a:gd name="T3" fmla="*/ 186 h 305"/>
              <a:gd name="T4" fmla="*/ 0 w 1250"/>
              <a:gd name="T5" fmla="*/ 24 h 305"/>
            </a:gdLst>
            <a:ahLst/>
            <a:cxnLst>
              <a:cxn ang="0">
                <a:pos x="T0" y="T1"/>
              </a:cxn>
              <a:cxn ang="0">
                <a:pos x="T2" y="T3"/>
              </a:cxn>
              <a:cxn ang="0">
                <a:pos x="T4" y="T5"/>
              </a:cxn>
            </a:cxnLst>
            <a:rect l="0" t="0" r="r" b="b"/>
            <a:pathLst>
              <a:path w="1250" h="305">
                <a:moveTo>
                  <a:pt x="0" y="24"/>
                </a:moveTo>
                <a:cubicBezTo>
                  <a:pt x="389" y="21"/>
                  <a:pt x="900" y="305"/>
                  <a:pt x="1250" y="186"/>
                </a:cubicBezTo>
                <a:cubicBezTo>
                  <a:pt x="856" y="265"/>
                  <a:pt x="425" y="0"/>
                  <a:pt x="0" y="24"/>
                </a:cubicBezTo>
                <a:close/>
              </a:path>
            </a:pathLst>
          </a:custGeom>
          <a:solidFill>
            <a:schemeClr val="accent1"/>
          </a:solidFill>
          <a:ln>
            <a:noFill/>
          </a:ln>
          <a:effectLst/>
        </p:spPr>
        <p:txBody>
          <a:bodyPr vert="horz" wrap="square" lIns="91404" tIns="45702" rIns="91404" bIns="45702" numCol="1" anchor="t" anchorCtr="0" compatLnSpc="1">
            <a:prstTxWarp prst="textNoShape">
              <a:avLst/>
            </a:prstTxWarp>
            <a:normAutofit/>
          </a:bodyPr>
          <a:lstStyle>
            <a:defPPr>
              <a:defRPr lang="en-US"/>
            </a:defPPr>
            <a:lvl1pPr marL="0" algn="l" defTabSz="457200" rtl="0" eaLnBrk="1" latinLnBrk="0" hangingPunct="1">
              <a:defRPr sz="1800" kern="1200">
                <a:solidFill>
                  <a:schemeClr val="tx1"/>
                </a:solidFill>
              </a:defRPr>
            </a:lvl1pPr>
            <a:lvl2pPr marL="457200" algn="l" defTabSz="457200" rtl="0" eaLnBrk="1" latinLnBrk="0" hangingPunct="1">
              <a:defRPr sz="1800" kern="1200">
                <a:solidFill>
                  <a:schemeClr val="tx1"/>
                </a:solidFill>
              </a:defRPr>
            </a:lvl2pPr>
            <a:lvl3pPr marL="914400" algn="l" defTabSz="457200" rtl="0" eaLnBrk="1" latinLnBrk="0" hangingPunct="1">
              <a:defRPr sz="1800" kern="1200">
                <a:solidFill>
                  <a:schemeClr val="tx1"/>
                </a:solidFill>
              </a:defRPr>
            </a:lvl3pPr>
            <a:lvl4pPr marL="1371600" algn="l" defTabSz="457200" rtl="0" eaLnBrk="1" latinLnBrk="0" hangingPunct="1">
              <a:defRPr sz="1800" kern="1200">
                <a:solidFill>
                  <a:schemeClr val="tx1"/>
                </a:solidFill>
              </a:defRPr>
            </a:lvl4pPr>
            <a:lvl5pPr marL="1828800" algn="l" defTabSz="457200" rtl="0" eaLnBrk="1" latinLnBrk="0" hangingPunct="1">
              <a:defRPr sz="1800" kern="1200">
                <a:solidFill>
                  <a:schemeClr val="tx1"/>
                </a:solidFill>
              </a:defRPr>
            </a:lvl5pPr>
            <a:lvl6pPr marL="2286000" algn="l" defTabSz="457200" rtl="0" eaLnBrk="1" latinLnBrk="0" hangingPunct="1">
              <a:defRPr sz="1800" kern="1200">
                <a:solidFill>
                  <a:schemeClr val="tx1"/>
                </a:solidFill>
              </a:defRPr>
            </a:lvl6pPr>
            <a:lvl7pPr marL="2743200" algn="l" defTabSz="457200" rtl="0" eaLnBrk="1" latinLnBrk="0" hangingPunct="1">
              <a:defRPr sz="1800" kern="1200">
                <a:solidFill>
                  <a:schemeClr val="tx1"/>
                </a:solidFill>
              </a:defRPr>
            </a:lvl7pPr>
            <a:lvl8pPr marL="3200400" algn="l" defTabSz="457200" rtl="0" eaLnBrk="1" latinLnBrk="0" hangingPunct="1">
              <a:defRPr sz="1800" kern="1200">
                <a:solidFill>
                  <a:schemeClr val="tx1"/>
                </a:solidFill>
              </a:defRPr>
            </a:lvl8pPr>
            <a:lvl9pPr marL="3657600" algn="l" defTabSz="457200" rtl="0" eaLnBrk="1" latinLnBrk="0" hangingPunct="1">
              <a:defRPr sz="1800" kern="1200">
                <a:solidFill>
                  <a:schemeClr val="tx1"/>
                </a:solidFill>
              </a:defRPr>
            </a:lvl9pPr>
          </a:lstStyle>
          <a:p>
            <a:endParaRPr lang="en-US" sz="1799">
              <a:solidFill>
                <a:srgbClr val="1D1D1A"/>
              </a:solidFill>
              <a:cs typeface="+mn-ea"/>
              <a:sym typeface="微软雅黑" panose="020B0503020204020204" pitchFamily="34" charset="-122"/>
            </a:endParaRPr>
          </a:p>
        </p:txBody>
      </p:sp>
      <p:sp>
        <p:nvSpPr>
          <p:cNvPr id="11" name="文本占位符 10"/>
          <p:cNvSpPr>
            <a:spLocks noGrp="1"/>
          </p:cNvSpPr>
          <p:nvPr>
            <p:ph type="body" sz="quarter" idx="11"/>
          </p:nvPr>
        </p:nvSpPr>
        <p:spPr>
          <a:xfrm>
            <a:off x="826477" y="1462740"/>
            <a:ext cx="10717823" cy="4384145"/>
          </a:xfrm>
          <a:prstGeom prst="rect">
            <a:avLst/>
          </a:prstGeom>
        </p:spPr>
        <p:txBody>
          <a:bodyPr/>
          <a:lstStyle>
            <a:lvl1pPr marL="285636" indent="-285636">
              <a:lnSpc>
                <a:spcPct val="200000"/>
              </a:lnSpc>
              <a:buFont typeface="Arial" panose="020B0604020202020204" pitchFamily="34" charset="0"/>
              <a:buChar char="•"/>
              <a:defRPr sz="1399">
                <a:solidFill>
                  <a:schemeClr val="tx1"/>
                </a:solidFill>
                <a:latin typeface="+mj-ea"/>
                <a:ea typeface="+mj-ea"/>
              </a:defRPr>
            </a:lvl1pPr>
          </a:lstStyle>
          <a:p>
            <a:pPr lvl="0"/>
            <a:r>
              <a:rPr lang="en-US" altLang="zh-CN"/>
              <a:t>Click to edit Master text styles</a:t>
            </a:r>
          </a:p>
          <a:p>
            <a:pPr lvl="1"/>
            <a:r>
              <a:rPr lang="en-US" altLang="zh-CN"/>
              <a:t>Second level</a:t>
            </a:r>
          </a:p>
          <a:p>
            <a:pPr lvl="2"/>
            <a:r>
              <a:rPr lang="en-US" altLang="zh-CN"/>
              <a:t>Third level</a:t>
            </a:r>
          </a:p>
        </p:txBody>
      </p:sp>
      <p:sp>
        <p:nvSpPr>
          <p:cNvPr id="8" name="标题 1"/>
          <p:cNvSpPr>
            <a:spLocks noGrp="1"/>
          </p:cNvSpPr>
          <p:nvPr>
            <p:ph type="title"/>
          </p:nvPr>
        </p:nvSpPr>
        <p:spPr>
          <a:xfrm>
            <a:off x="838200" y="365126"/>
            <a:ext cx="10706099"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3446673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5_Subheader">
    <p:spTree>
      <p:nvGrpSpPr>
        <p:cNvPr id="1" name=""/>
        <p:cNvGrpSpPr/>
        <p:nvPr/>
      </p:nvGrpSpPr>
      <p:grpSpPr>
        <a:xfrm>
          <a:off x="0" y="0"/>
          <a:ext cx="0" cy="0"/>
          <a:chOff x="0" y="0"/>
          <a:chExt cx="0" cy="0"/>
        </a:xfrm>
      </p:grpSpPr>
      <p:pic>
        <p:nvPicPr>
          <p:cNvPr id="4" name="图片 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96000" y="6319872"/>
            <a:ext cx="1269075" cy="271153"/>
          </a:xfrm>
          <a:prstGeom prst="rect">
            <a:avLst/>
          </a:prstGeom>
        </p:spPr>
      </p:pic>
      <p:sp>
        <p:nvSpPr>
          <p:cNvPr id="5" name="TextBox 4">
            <a:extLst>
              <a:ext uri="{FF2B5EF4-FFF2-40B4-BE49-F238E27FC236}">
                <a16:creationId xmlns:a16="http://schemas.microsoft.com/office/drawing/2014/main" id="{6785A3D6-1271-D247-9E96-1B376F4BE7BE}"/>
              </a:ext>
            </a:extLst>
          </p:cNvPr>
          <p:cNvSpPr txBox="1"/>
          <p:nvPr/>
        </p:nvSpPr>
        <p:spPr>
          <a:xfrm>
            <a:off x="916955" y="6356939"/>
            <a:ext cx="1463467" cy="242864"/>
          </a:xfrm>
          <a:prstGeom prst="rect">
            <a:avLst/>
          </a:prstGeom>
          <a:noFill/>
        </p:spPr>
        <p:txBody>
          <a:bodyPr wrap="square" rtlCol="0">
            <a:spAutoFit/>
          </a:bodyPr>
          <a:lstStyle/>
          <a:p>
            <a:pPr defTabSz="914112"/>
            <a:r>
              <a:rPr lang="en-US" sz="974" dirty="0">
                <a:solidFill>
                  <a:srgbClr val="1D1D1B"/>
                </a:solidFill>
                <a:cs typeface="Arial" panose="020B0604020202020204" pitchFamily="34" charset="0"/>
              </a:rPr>
              <a:t>Huawei Confidential</a:t>
            </a:r>
          </a:p>
        </p:txBody>
      </p:sp>
      <p:sp>
        <p:nvSpPr>
          <p:cNvPr id="6" name="TextBox 5">
            <a:extLst>
              <a:ext uri="{FF2B5EF4-FFF2-40B4-BE49-F238E27FC236}">
                <a16:creationId xmlns:a16="http://schemas.microsoft.com/office/drawing/2014/main" id="{EABEE2EE-BF4D-7A4A-B3C6-9E47668CCD98}"/>
              </a:ext>
            </a:extLst>
          </p:cNvPr>
          <p:cNvSpPr txBox="1"/>
          <p:nvPr/>
        </p:nvSpPr>
        <p:spPr>
          <a:xfrm>
            <a:off x="695326" y="6403223"/>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cs typeface="Arial" panose="020B0604020202020204" pitchFamily="34" charset="0"/>
              </a:rPr>
              <a:pPr defTabSz="890493">
                <a:defRPr/>
              </a:pPr>
              <a:t>‹#›</a:t>
            </a:fld>
            <a:endParaRPr lang="en-US" sz="974" dirty="0">
              <a:solidFill>
                <a:srgbClr val="1D1D1B"/>
              </a:solidFill>
              <a:cs typeface="Arial" panose="020B0604020202020204" pitchFamily="34" charset="0"/>
            </a:endParaRPr>
          </a:p>
        </p:txBody>
      </p:sp>
      <p:sp>
        <p:nvSpPr>
          <p:cNvPr id="9" name="Title 8"/>
          <p:cNvSpPr>
            <a:spLocks noGrp="1"/>
          </p:cNvSpPr>
          <p:nvPr>
            <p:ph type="title"/>
          </p:nvPr>
        </p:nvSpPr>
        <p:spPr>
          <a:xfrm>
            <a:off x="838528" y="2479676"/>
            <a:ext cx="10519708" cy="1325563"/>
          </a:xfrm>
          <a:prstGeom prst="rect">
            <a:avLst/>
          </a:prstGeom>
        </p:spPr>
        <p:txBody>
          <a:bodyPr anchor="b" anchorCtr="0">
            <a:normAutofit/>
          </a:bodyPr>
          <a:lstStyle>
            <a:lvl1pPr>
              <a:defRPr b="1"/>
            </a:lvl1pPr>
          </a:lstStyle>
          <a:p>
            <a:r>
              <a:rPr lang="en-US"/>
              <a:t>Click to edit Master title style</a:t>
            </a:r>
            <a:endParaRPr lang="en-SG" dirty="0"/>
          </a:p>
        </p:txBody>
      </p:sp>
      <p:sp>
        <p:nvSpPr>
          <p:cNvPr id="20" name="Text Placeholder 19"/>
          <p:cNvSpPr>
            <a:spLocks noGrp="1"/>
          </p:cNvSpPr>
          <p:nvPr>
            <p:ph type="body" sz="quarter" idx="10" hasCustomPrompt="1"/>
          </p:nvPr>
        </p:nvSpPr>
        <p:spPr>
          <a:xfrm>
            <a:off x="838528" y="3902076"/>
            <a:ext cx="10519708" cy="760413"/>
          </a:xfrm>
          <a:prstGeom prst="rect">
            <a:avLst/>
          </a:prstGeom>
        </p:spPr>
        <p:txBody>
          <a:bodyPr anchor="t" anchorCtr="0"/>
          <a:lstStyle>
            <a:lvl1pPr marL="0" indent="0" algn="l">
              <a:buNone/>
              <a:defRPr sz="2800">
                <a:solidFill>
                  <a:schemeClr val="bg1"/>
                </a:solidFill>
              </a:defRPr>
            </a:lvl1pPr>
          </a:lstStyle>
          <a:p>
            <a:pPr lvl="0"/>
            <a:r>
              <a:rPr lang="en-US" dirty="0"/>
              <a:t>Subtitle</a:t>
            </a:r>
            <a:endParaRPr lang="en-SG" dirty="0"/>
          </a:p>
        </p:txBody>
      </p:sp>
    </p:spTree>
    <p:extLst>
      <p:ext uri="{BB962C8B-B14F-4D97-AF65-F5344CB8AC3E}">
        <p14:creationId xmlns:p14="http://schemas.microsoft.com/office/powerpoint/2010/main" val="830794417"/>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标题 1"/>
          <p:cNvSpPr>
            <a:spLocks noGrp="1"/>
          </p:cNvSpPr>
          <p:nvPr>
            <p:ph type="title"/>
          </p:nvPr>
        </p:nvSpPr>
        <p:spPr>
          <a:xfrm>
            <a:off x="838201" y="365126"/>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24689732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iagrams">
    <p:spTree>
      <p:nvGrpSpPr>
        <p:cNvPr id="1" name=""/>
        <p:cNvGrpSpPr/>
        <p:nvPr/>
      </p:nvGrpSpPr>
      <p:grpSpPr>
        <a:xfrm>
          <a:off x="0" y="0"/>
          <a:ext cx="0" cy="0"/>
          <a:chOff x="0" y="0"/>
          <a:chExt cx="0" cy="0"/>
        </a:xfrm>
      </p:grpSpPr>
      <p:sp>
        <p:nvSpPr>
          <p:cNvPr id="8" name="标题 1"/>
          <p:cNvSpPr>
            <a:spLocks noGrp="1"/>
          </p:cNvSpPr>
          <p:nvPr>
            <p:ph type="title"/>
          </p:nvPr>
        </p:nvSpPr>
        <p:spPr>
          <a:xfrm>
            <a:off x="136179" y="131209"/>
            <a:ext cx="10520363" cy="446638"/>
          </a:xfrm>
          <a:prstGeom prst="rect">
            <a:avLst/>
          </a:prstGeom>
        </p:spPr>
        <p:txBody>
          <a:bodyPr/>
          <a:lstStyle>
            <a:lvl1pPr algn="l" defTabSz="1187323" rtl="0" eaLnBrk="1" latinLnBrk="0" hangingPunct="1">
              <a:lnSpc>
                <a:spcPct val="90000"/>
              </a:lnSpc>
              <a:spcBef>
                <a:spcPct val="0"/>
              </a:spcBef>
              <a:buNone/>
              <a:defRPr lang="zh-CN" altLang="en-US" sz="2799" b="1" kern="1200" dirty="0">
                <a:solidFill>
                  <a:schemeClr val="accent1">
                    <a:lumMod val="75000"/>
                  </a:schemeClr>
                </a:solidFill>
                <a:latin typeface="+mj-lt"/>
                <a:ea typeface="+mj-ea"/>
                <a:cs typeface="+mj-cs"/>
              </a:defRPr>
            </a:lvl1pPr>
          </a:lstStyle>
          <a:p>
            <a:r>
              <a:rPr lang="en-US" altLang="zh-CN"/>
              <a:t>Click to edit Master title style</a:t>
            </a:r>
            <a:endParaRPr lang="zh-CN" altLang="en-US" dirty="0"/>
          </a:p>
        </p:txBody>
      </p:sp>
    </p:spTree>
    <p:extLst>
      <p:ext uri="{BB962C8B-B14F-4D97-AF65-F5344CB8AC3E}">
        <p14:creationId xmlns:p14="http://schemas.microsoft.com/office/powerpoint/2010/main" val="17792202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382694" y="264932"/>
            <a:ext cx="10519708" cy="659003"/>
          </a:xfrm>
          <a:prstGeom prst="rect">
            <a:avLst/>
          </a:prstGeom>
        </p:spPr>
        <p:txBody>
          <a:bodyPr/>
          <a:lstStyle>
            <a:lvl1pPr algn="l">
              <a:defRPr/>
            </a:lvl1pPr>
          </a:lstStyle>
          <a:p>
            <a:r>
              <a:rPr lang="zh-CN" altLang="en-US"/>
              <a:t>单击此处编辑母版标题样式</a:t>
            </a:r>
          </a:p>
        </p:txBody>
      </p:sp>
    </p:spTree>
    <p:extLst>
      <p:ext uri="{BB962C8B-B14F-4D97-AF65-F5344CB8AC3E}">
        <p14:creationId xmlns:p14="http://schemas.microsoft.com/office/powerpoint/2010/main" val="24275335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81152" y="488950"/>
            <a:ext cx="10977404" cy="1143000"/>
          </a:xfrm>
          <a:prstGeom prst="rect">
            <a:avLst/>
          </a:prstGeom>
        </p:spPr>
        <p:txBody>
          <a:bodyPr/>
          <a:lstStyle>
            <a:lvl1pPr marL="0" marR="0" indent="0" algn="l" defTabSz="914034" rtl="0" eaLnBrk="1" fontAlgn="base" latinLnBrk="0" hangingPunct="1">
              <a:lnSpc>
                <a:spcPct val="100000"/>
              </a:lnSpc>
              <a:spcBef>
                <a:spcPct val="0"/>
              </a:spcBef>
              <a:spcAft>
                <a:spcPct val="0"/>
              </a:spcAft>
              <a:buClrTx/>
              <a:buSzTx/>
              <a:buFontTx/>
              <a:buNone/>
              <a:tabLst/>
              <a:defRPr>
                <a:solidFill>
                  <a:schemeClr val="tx1">
                    <a:lumMod val="75000"/>
                    <a:lumOff val="25000"/>
                  </a:schemeClr>
                </a:solidFill>
                <a:latin typeface="FrutigerNext LT Light" pitchFamily="34" charset="0"/>
                <a:ea typeface="微软雅黑" pitchFamily="34" charset="-122"/>
              </a:defRPr>
            </a:lvl1pPr>
          </a:lstStyle>
          <a:p>
            <a:r>
              <a:rPr lang="en-US" altLang="zh-CN" dirty="0"/>
              <a:t>Content</a:t>
            </a:r>
            <a:endParaRPr lang="zh-CN" altLang="en-US" dirty="0"/>
          </a:p>
        </p:txBody>
      </p:sp>
      <p:sp>
        <p:nvSpPr>
          <p:cNvPr id="4" name="文本占位符 3"/>
          <p:cNvSpPr>
            <a:spLocks noGrp="1"/>
          </p:cNvSpPr>
          <p:nvPr>
            <p:ph type="body" sz="quarter" idx="10" hasCustomPrompt="1"/>
          </p:nvPr>
        </p:nvSpPr>
        <p:spPr>
          <a:xfrm>
            <a:off x="811318" y="1803401"/>
            <a:ext cx="10472514" cy="4073525"/>
          </a:xfrm>
          <a:prstGeom prst="rect">
            <a:avLst/>
          </a:prstGeom>
        </p:spPr>
        <p:txBody>
          <a:bodyPr/>
          <a:lstStyle>
            <a:lvl1pPr>
              <a:defRPr>
                <a:solidFill>
                  <a:schemeClr val="tx1">
                    <a:lumMod val="75000"/>
                    <a:lumOff val="25000"/>
                  </a:schemeClr>
                </a:solidFill>
                <a:latin typeface="微软雅黑" pitchFamily="34" charset="-122"/>
                <a:ea typeface="微软雅黑" pitchFamily="34" charset="-122"/>
              </a:defRPr>
            </a:lvl1pPr>
          </a:lstStyle>
          <a:p>
            <a:pPr lvl="0"/>
            <a:r>
              <a:rPr lang="zh-CN" altLang="en-US" dirty="0"/>
              <a:t>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2182217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xplore">
    <p:bg>
      <p:bgPr>
        <a:solidFill>
          <a:schemeClr val="tx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p:blipFill>
        <p:spPr>
          <a:xfrm>
            <a:off x="0" y="0"/>
            <a:ext cx="12206140" cy="5594695"/>
          </a:xfrm>
          <a:prstGeom prst="rect">
            <a:avLst/>
          </a:prstGeom>
        </p:spPr>
      </p:pic>
      <p:sp>
        <p:nvSpPr>
          <p:cNvPr id="10" name="Text Placeholder 2">
            <a:extLst>
              <a:ext uri="{FF2B5EF4-FFF2-40B4-BE49-F238E27FC236}">
                <a16:creationId xmlns:a16="http://schemas.microsoft.com/office/drawing/2014/main" id="{BC6FADA1-64AC-754D-8189-CC7486A73AA6}"/>
              </a:ext>
            </a:extLst>
          </p:cNvPr>
          <p:cNvSpPr>
            <a:spLocks noGrp="1"/>
          </p:cNvSpPr>
          <p:nvPr>
            <p:ph type="body" sz="quarter" idx="11"/>
          </p:nvPr>
        </p:nvSpPr>
        <p:spPr>
          <a:xfrm>
            <a:off x="912855" y="6237532"/>
            <a:ext cx="1483104" cy="279014"/>
          </a:xfrm>
          <a:prstGeom prst="rect">
            <a:avLst/>
          </a:prstGeom>
        </p:spPr>
        <p:txBody>
          <a:bodyPr lIns="0" tIns="0" rIns="0" bIns="0"/>
          <a:lstStyle>
            <a:lvl1pPr>
              <a:defRPr sz="9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ext Placeholder 2">
            <a:extLst>
              <a:ext uri="{FF2B5EF4-FFF2-40B4-BE49-F238E27FC236}">
                <a16:creationId xmlns:a16="http://schemas.microsoft.com/office/drawing/2014/main" id="{80221E27-F39A-5848-9F2D-07F8693DFAE1}"/>
              </a:ext>
            </a:extLst>
          </p:cNvPr>
          <p:cNvSpPr>
            <a:spLocks noGrp="1"/>
          </p:cNvSpPr>
          <p:nvPr>
            <p:ph type="body" sz="quarter" idx="10"/>
          </p:nvPr>
        </p:nvSpPr>
        <p:spPr>
          <a:xfrm>
            <a:off x="936005" y="1940429"/>
            <a:ext cx="6522800" cy="1148459"/>
          </a:xfrm>
          <a:prstGeom prst="rect">
            <a:avLst/>
          </a:prstGeom>
        </p:spPr>
        <p:txBody>
          <a:bodyPr lIns="0" tIns="0" rIns="0" bIns="0"/>
          <a:lstStyle>
            <a:lvl1pPr>
              <a:defRPr sz="14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9" name="Subtitle 2">
            <a:extLst>
              <a:ext uri="{FF2B5EF4-FFF2-40B4-BE49-F238E27FC236}">
                <a16:creationId xmlns:a16="http://schemas.microsoft.com/office/drawing/2014/main" id="{D08BA7CF-6D0E-3345-90BD-85C5AFAE5BE8}"/>
              </a:ext>
            </a:extLst>
          </p:cNvPr>
          <p:cNvSpPr>
            <a:spLocks noGrp="1"/>
          </p:cNvSpPr>
          <p:nvPr>
            <p:ph type="subTitle" idx="1" hasCustomPrompt="1"/>
          </p:nvPr>
        </p:nvSpPr>
        <p:spPr>
          <a:xfrm>
            <a:off x="894275" y="900634"/>
            <a:ext cx="6586025" cy="813866"/>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1030168123"/>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telligence">
    <p:bg>
      <p:bgPr>
        <a:solidFill>
          <a:schemeClr val="tx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18604"/>
          <a:stretch/>
        </p:blipFill>
        <p:spPr>
          <a:xfrm>
            <a:off x="0" y="375"/>
            <a:ext cx="12197432" cy="5599236"/>
          </a:xfrm>
          <a:prstGeom prst="rect">
            <a:avLst/>
          </a:prstGeom>
        </p:spPr>
      </p:pic>
      <p:sp>
        <p:nvSpPr>
          <p:cNvPr id="18" name="L 形 17"/>
          <p:cNvSpPr/>
          <p:nvPr userDrawn="1"/>
        </p:nvSpPr>
        <p:spPr>
          <a:xfrm rot="5400000">
            <a:off x="5352597" y="2376386"/>
            <a:ext cx="744262" cy="762208"/>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9" name="Text Placeholder 2">
            <a:extLst>
              <a:ext uri="{FF2B5EF4-FFF2-40B4-BE49-F238E27FC236}">
                <a16:creationId xmlns:a16="http://schemas.microsoft.com/office/drawing/2014/main" id="{80221E27-F39A-5848-9F2D-07F8693DFAE1}"/>
              </a:ext>
            </a:extLst>
          </p:cNvPr>
          <p:cNvSpPr>
            <a:spLocks noGrp="1"/>
          </p:cNvSpPr>
          <p:nvPr>
            <p:ph type="body" sz="quarter" idx="10"/>
          </p:nvPr>
        </p:nvSpPr>
        <p:spPr>
          <a:xfrm>
            <a:off x="936005" y="1940429"/>
            <a:ext cx="4181685" cy="1148459"/>
          </a:xfrm>
          <a:prstGeom prst="rect">
            <a:avLst/>
          </a:prstGeom>
        </p:spPr>
        <p:txBody>
          <a:bodyPr lIns="0" tIns="0" rIns="0" bIns="0"/>
          <a:lstStyle>
            <a:lvl1pPr>
              <a:defRPr sz="14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8" name="Text Placeholder 2">
            <a:extLst>
              <a:ext uri="{FF2B5EF4-FFF2-40B4-BE49-F238E27FC236}">
                <a16:creationId xmlns:a16="http://schemas.microsoft.com/office/drawing/2014/main" id="{00C28CF6-72CE-7444-957F-92103ED40543}"/>
              </a:ext>
            </a:extLst>
          </p:cNvPr>
          <p:cNvSpPr>
            <a:spLocks noGrp="1"/>
          </p:cNvSpPr>
          <p:nvPr>
            <p:ph type="body" sz="quarter" idx="11"/>
          </p:nvPr>
        </p:nvSpPr>
        <p:spPr>
          <a:xfrm>
            <a:off x="912855" y="6237532"/>
            <a:ext cx="1483104" cy="279014"/>
          </a:xfrm>
          <a:prstGeom prst="rect">
            <a:avLst/>
          </a:prstGeom>
        </p:spPr>
        <p:txBody>
          <a:bodyPr lIns="0" tIns="0" rIns="0" bIns="0"/>
          <a:lstStyle>
            <a:lvl1pPr>
              <a:defRPr sz="9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10" name="Subtitle 2">
            <a:extLst>
              <a:ext uri="{FF2B5EF4-FFF2-40B4-BE49-F238E27FC236}">
                <a16:creationId xmlns:a16="http://schemas.microsoft.com/office/drawing/2014/main" id="{6BEE1CA6-ECDC-5D4C-AF96-D8818FE8831A}"/>
              </a:ext>
            </a:extLst>
          </p:cNvPr>
          <p:cNvSpPr>
            <a:spLocks noGrp="1"/>
          </p:cNvSpPr>
          <p:nvPr>
            <p:ph type="subTitle" idx="1" hasCustomPrompt="1"/>
          </p:nvPr>
        </p:nvSpPr>
        <p:spPr>
          <a:xfrm>
            <a:off x="894275" y="900634"/>
            <a:ext cx="6586025" cy="813866"/>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11417098"/>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novation">
    <p:bg>
      <p:bgPr>
        <a:solidFill>
          <a:schemeClr val="tx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t="1" b="18476"/>
          <a:stretch/>
        </p:blipFill>
        <p:spPr>
          <a:xfrm>
            <a:off x="0" y="374"/>
            <a:ext cx="12197432" cy="5590529"/>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7" name="Text Placeholder 2">
            <a:extLst>
              <a:ext uri="{FF2B5EF4-FFF2-40B4-BE49-F238E27FC236}">
                <a16:creationId xmlns:a16="http://schemas.microsoft.com/office/drawing/2014/main" id="{80221E27-F39A-5848-9F2D-07F8693DFAE1}"/>
              </a:ext>
            </a:extLst>
          </p:cNvPr>
          <p:cNvSpPr>
            <a:spLocks noGrp="1"/>
          </p:cNvSpPr>
          <p:nvPr>
            <p:ph type="body" sz="quarter" idx="10"/>
          </p:nvPr>
        </p:nvSpPr>
        <p:spPr>
          <a:xfrm>
            <a:off x="936005" y="1940429"/>
            <a:ext cx="4913952" cy="1148459"/>
          </a:xfrm>
          <a:prstGeom prst="rect">
            <a:avLst/>
          </a:prstGeom>
        </p:spPr>
        <p:txBody>
          <a:bodyPr lIns="0" tIns="0" rIns="0" bIns="0"/>
          <a:lstStyle>
            <a:lvl1pPr>
              <a:defRPr sz="14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10" name="Text Placeholder 2">
            <a:extLst>
              <a:ext uri="{FF2B5EF4-FFF2-40B4-BE49-F238E27FC236}">
                <a16:creationId xmlns:a16="http://schemas.microsoft.com/office/drawing/2014/main" id="{2894DB30-FB81-8C43-84D2-D602CEBBFCB8}"/>
              </a:ext>
            </a:extLst>
          </p:cNvPr>
          <p:cNvSpPr>
            <a:spLocks noGrp="1"/>
          </p:cNvSpPr>
          <p:nvPr>
            <p:ph type="body" sz="quarter" idx="11"/>
          </p:nvPr>
        </p:nvSpPr>
        <p:spPr>
          <a:xfrm>
            <a:off x="912855" y="6237532"/>
            <a:ext cx="1483104" cy="279014"/>
          </a:xfrm>
          <a:prstGeom prst="rect">
            <a:avLst/>
          </a:prstGeom>
        </p:spPr>
        <p:txBody>
          <a:bodyPr lIns="0" tIns="0" rIns="0" bIns="0"/>
          <a:lstStyle>
            <a:lvl1pPr>
              <a:defRPr sz="9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8" name="Subtitle 2">
            <a:extLst>
              <a:ext uri="{FF2B5EF4-FFF2-40B4-BE49-F238E27FC236}">
                <a16:creationId xmlns:a16="http://schemas.microsoft.com/office/drawing/2014/main" id="{85547E01-69EF-354E-A3D7-2F57B5B164C3}"/>
              </a:ext>
            </a:extLst>
          </p:cNvPr>
          <p:cNvSpPr>
            <a:spLocks noGrp="1"/>
          </p:cNvSpPr>
          <p:nvPr>
            <p:ph type="subTitle" idx="1" hasCustomPrompt="1"/>
          </p:nvPr>
        </p:nvSpPr>
        <p:spPr>
          <a:xfrm>
            <a:off x="894275" y="900634"/>
            <a:ext cx="6586025" cy="813866"/>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1023746723"/>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scend">
    <p:bg>
      <p:bgPr>
        <a:solidFill>
          <a:schemeClr val="tx2"/>
        </a:solidFill>
        <a:effectLst/>
      </p:bgPr>
    </p:bg>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17902"/>
          <a:stretch/>
        </p:blipFill>
        <p:spPr>
          <a:xfrm>
            <a:off x="0" y="-74021"/>
            <a:ext cx="12197432" cy="5668718"/>
          </a:xfrm>
          <a:prstGeom prst="rect">
            <a:avLst/>
          </a:prstGeom>
        </p:spPr>
      </p:pic>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9" name="Text Placeholder 2">
            <a:extLst>
              <a:ext uri="{FF2B5EF4-FFF2-40B4-BE49-F238E27FC236}">
                <a16:creationId xmlns:a16="http://schemas.microsoft.com/office/drawing/2014/main" id="{80221E27-F39A-5848-9F2D-07F8693DFAE1}"/>
              </a:ext>
            </a:extLst>
          </p:cNvPr>
          <p:cNvSpPr>
            <a:spLocks noGrp="1"/>
          </p:cNvSpPr>
          <p:nvPr>
            <p:ph type="body" sz="quarter" idx="10"/>
          </p:nvPr>
        </p:nvSpPr>
        <p:spPr>
          <a:xfrm>
            <a:off x="936005" y="1940429"/>
            <a:ext cx="6522800" cy="1148459"/>
          </a:xfrm>
          <a:prstGeom prst="rect">
            <a:avLst/>
          </a:prstGeom>
        </p:spPr>
        <p:txBody>
          <a:bodyPr lIns="0" tIns="0" rIns="0" bIns="0"/>
          <a:lstStyle>
            <a:lvl1pPr>
              <a:defRPr sz="14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10" name="Text Placeholder 2">
            <a:extLst>
              <a:ext uri="{FF2B5EF4-FFF2-40B4-BE49-F238E27FC236}">
                <a16:creationId xmlns:a16="http://schemas.microsoft.com/office/drawing/2014/main" id="{C25CFD13-9C9C-6F4D-9AC2-E2D74CD60048}"/>
              </a:ext>
            </a:extLst>
          </p:cNvPr>
          <p:cNvSpPr>
            <a:spLocks noGrp="1"/>
          </p:cNvSpPr>
          <p:nvPr>
            <p:ph type="body" sz="quarter" idx="11"/>
          </p:nvPr>
        </p:nvSpPr>
        <p:spPr>
          <a:xfrm>
            <a:off x="912855" y="6237532"/>
            <a:ext cx="1483104" cy="279014"/>
          </a:xfrm>
          <a:prstGeom prst="rect">
            <a:avLst/>
          </a:prstGeom>
        </p:spPr>
        <p:txBody>
          <a:bodyPr lIns="0" tIns="0" rIns="0" bIns="0"/>
          <a:lstStyle>
            <a:lvl1pPr>
              <a:defRPr sz="900">
                <a:solidFill>
                  <a:schemeClr val="tx1"/>
                </a:solidFill>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zh-CN" altLang="en-US"/>
              <a:t>单击此处编辑母版文本样式</a:t>
            </a:r>
          </a:p>
          <a:p>
            <a:pPr lvl="1"/>
            <a:r>
              <a:rPr lang="zh-CN" altLang="en-US"/>
              <a:t>第二级</a:t>
            </a:r>
          </a:p>
        </p:txBody>
      </p:sp>
      <p:sp>
        <p:nvSpPr>
          <p:cNvPr id="11" name="Subtitle 2">
            <a:extLst>
              <a:ext uri="{FF2B5EF4-FFF2-40B4-BE49-F238E27FC236}">
                <a16:creationId xmlns:a16="http://schemas.microsoft.com/office/drawing/2014/main" id="{3BE97340-3746-2843-A081-908ECE911D81}"/>
              </a:ext>
            </a:extLst>
          </p:cNvPr>
          <p:cNvSpPr>
            <a:spLocks noGrp="1"/>
          </p:cNvSpPr>
          <p:nvPr>
            <p:ph type="subTitle" idx="1" hasCustomPrompt="1"/>
          </p:nvPr>
        </p:nvSpPr>
        <p:spPr>
          <a:xfrm>
            <a:off x="894275" y="900634"/>
            <a:ext cx="6586025" cy="813866"/>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Tree>
    <p:extLst>
      <p:ext uri="{BB962C8B-B14F-4D97-AF65-F5344CB8AC3E}">
        <p14:creationId xmlns:p14="http://schemas.microsoft.com/office/powerpoint/2010/main" val="886603068"/>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899" indent="0" algn="ctr">
              <a:buNone/>
              <a:defRPr sz="2598"/>
            </a:lvl2pPr>
            <a:lvl3pPr marL="1187798" indent="0" algn="ctr">
              <a:buNone/>
              <a:defRPr sz="2338"/>
            </a:lvl3pPr>
            <a:lvl4pPr marL="1781698" indent="0" algn="ctr">
              <a:buNone/>
              <a:defRPr sz="2079"/>
            </a:lvl4pPr>
            <a:lvl5pPr marL="2375598" indent="0" algn="ctr">
              <a:buNone/>
              <a:defRPr sz="2079"/>
            </a:lvl5pPr>
            <a:lvl6pPr marL="2969496" indent="0" algn="ctr">
              <a:buNone/>
              <a:defRPr sz="2079"/>
            </a:lvl6pPr>
            <a:lvl7pPr marL="3563396" indent="0" algn="ctr">
              <a:buNone/>
              <a:defRPr sz="2079"/>
            </a:lvl7pPr>
            <a:lvl8pPr marL="4157296" indent="0" algn="ctr">
              <a:buNone/>
              <a:defRPr sz="2079"/>
            </a:lvl8pPr>
            <a:lvl9pPr marL="4751195" indent="0" algn="ctr">
              <a:buNone/>
              <a:defRPr sz="2079"/>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911" y="1501989"/>
            <a:ext cx="10733557" cy="4690459"/>
          </a:xfrm>
          <a:prstGeom prst="rect">
            <a:avLst/>
          </a:prstGeom>
        </p:spPr>
        <p:txBody>
          <a:bodyPr lIns="0" tIns="0" rIns="0" bIns="0"/>
          <a:lstStyle>
            <a:lvl1pPr marL="12373" indent="0">
              <a:lnSpc>
                <a:spcPct val="100000"/>
              </a:lnSpc>
              <a:spcBef>
                <a:spcPts val="0"/>
              </a:spcBef>
              <a:buFontTx/>
              <a:buNone/>
              <a:tabLst>
                <a:tab pos="1208420"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850" indent="-171159">
              <a:buFont typeface="Arial" panose="020B0604020202020204" pitchFamily="34" charset="0"/>
              <a:buChar char="•"/>
              <a:tabLst>
                <a:tab pos="1208420" algn="ctr"/>
              </a:tabLst>
              <a:defRPr sz="1299" baseline="0"/>
            </a:lvl2pPr>
            <a:lvl3pPr marL="525850" indent="-171159">
              <a:buFont typeface="Arial" panose="020B0604020202020204" pitchFamily="34" charset="0"/>
              <a:buChar char="•"/>
              <a:tabLst>
                <a:tab pos="1208420" algn="ctr"/>
              </a:tabLst>
              <a:defRPr sz="1299" baseline="0"/>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146824240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656" y="165101"/>
            <a:ext cx="11161453" cy="888186"/>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tabLst/>
              <a:defRPr sz="3599" b="0">
                <a:solidFill>
                  <a:schemeClr val="tx1">
                    <a:lumMod val="65000"/>
                    <a:lumOff val="35000"/>
                  </a:schemeClr>
                </a:solidFill>
              </a:defRPr>
            </a:lvl1pPr>
          </a:lstStyle>
          <a:p>
            <a:r>
              <a:rPr lang="en-US" altLang="zh-CN" dirty="0"/>
              <a:t>Headline in Arial Regular 36 point</a:t>
            </a:r>
          </a:p>
        </p:txBody>
      </p:sp>
      <p:sp>
        <p:nvSpPr>
          <p:cNvPr id="3" name="副标题 2"/>
          <p:cNvSpPr>
            <a:spLocks noGrp="1"/>
          </p:cNvSpPr>
          <p:nvPr>
            <p:ph type="subTitle" idx="1" hasCustomPrompt="1"/>
          </p:nvPr>
        </p:nvSpPr>
        <p:spPr>
          <a:xfrm>
            <a:off x="517656" y="1269262"/>
            <a:ext cx="11161453" cy="5031593"/>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199" indent="0" algn="ctr">
              <a:buNone/>
              <a:defRPr>
                <a:solidFill>
                  <a:schemeClr val="tx1">
                    <a:tint val="75000"/>
                  </a:schemeClr>
                </a:solidFill>
              </a:defRPr>
            </a:lvl8pPr>
            <a:lvl9pPr marL="4876799" indent="0" algn="ctr">
              <a:buNone/>
              <a:defRPr>
                <a:solidFill>
                  <a:schemeClr val="tx1">
                    <a:tint val="75000"/>
                  </a:schemeClr>
                </a:solidFill>
              </a:defRPr>
            </a:lvl9pPr>
          </a:lstStyle>
          <a:p>
            <a:r>
              <a:rPr lang="en-US" altLang="zh-CN" dirty="0"/>
              <a:t>Copy text in Arial Regular 20 - 32 point </a:t>
            </a:r>
          </a:p>
        </p:txBody>
      </p:sp>
    </p:spTree>
    <p:extLst>
      <p:ext uri="{BB962C8B-B14F-4D97-AF65-F5344CB8AC3E}">
        <p14:creationId xmlns:p14="http://schemas.microsoft.com/office/powerpoint/2010/main" val="393731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656" y="165101"/>
            <a:ext cx="11161453" cy="888186"/>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tabLst/>
              <a:defRPr sz="3599" b="0">
                <a:solidFill>
                  <a:schemeClr val="tx1">
                    <a:lumMod val="65000"/>
                    <a:lumOff val="35000"/>
                  </a:schemeClr>
                </a:solidFill>
              </a:defRPr>
            </a:lvl1pPr>
          </a:lstStyle>
          <a:p>
            <a:r>
              <a:rPr lang="en-US" altLang="zh-CN" dirty="0"/>
              <a:t>Headline in Arial Regular 36 point</a:t>
            </a:r>
          </a:p>
        </p:txBody>
      </p:sp>
      <p:sp>
        <p:nvSpPr>
          <p:cNvPr id="3" name="副标题 2"/>
          <p:cNvSpPr>
            <a:spLocks noGrp="1"/>
          </p:cNvSpPr>
          <p:nvPr>
            <p:ph type="subTitle" idx="1" hasCustomPrompt="1"/>
          </p:nvPr>
        </p:nvSpPr>
        <p:spPr>
          <a:xfrm>
            <a:off x="517656" y="1269262"/>
            <a:ext cx="11161453" cy="5031593"/>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199" indent="0" algn="ctr">
              <a:buNone/>
              <a:defRPr>
                <a:solidFill>
                  <a:schemeClr val="tx1">
                    <a:tint val="75000"/>
                  </a:schemeClr>
                </a:solidFill>
              </a:defRPr>
            </a:lvl8pPr>
            <a:lvl9pPr marL="4876799" indent="0" algn="ctr">
              <a:buNone/>
              <a:defRPr>
                <a:solidFill>
                  <a:schemeClr val="tx1">
                    <a:tint val="75000"/>
                  </a:schemeClr>
                </a:solidFill>
              </a:defRPr>
            </a:lvl9pPr>
          </a:lstStyle>
          <a:p>
            <a:r>
              <a:rPr lang="en-US" altLang="zh-CN" dirty="0"/>
              <a:t>Copy text in Arial Regular 20 - 32 point </a:t>
            </a:r>
          </a:p>
        </p:txBody>
      </p:sp>
    </p:spTree>
    <p:extLst>
      <p:ext uri="{BB962C8B-B14F-4D97-AF65-F5344CB8AC3E}">
        <p14:creationId xmlns:p14="http://schemas.microsoft.com/office/powerpoint/2010/main" val="22821712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841" indent="0" algn="ctr">
              <a:buNone/>
              <a:defRPr sz="2598"/>
            </a:lvl2pPr>
            <a:lvl3pPr marL="1187679" indent="0" algn="ctr">
              <a:buNone/>
              <a:defRPr sz="2338"/>
            </a:lvl3pPr>
            <a:lvl4pPr marL="1781521" indent="0" algn="ctr">
              <a:buNone/>
              <a:defRPr sz="2079"/>
            </a:lvl4pPr>
            <a:lvl5pPr marL="2375360" indent="0" algn="ctr">
              <a:buNone/>
              <a:defRPr sz="2079"/>
            </a:lvl5pPr>
            <a:lvl6pPr marL="2969200" indent="0" algn="ctr">
              <a:buNone/>
              <a:defRPr sz="2079"/>
            </a:lvl6pPr>
            <a:lvl7pPr marL="3563040" indent="0" algn="ctr">
              <a:buNone/>
              <a:defRPr sz="2079"/>
            </a:lvl7pPr>
            <a:lvl8pPr marL="4156881" indent="0" algn="ctr">
              <a:buNone/>
              <a:defRPr sz="2079"/>
            </a:lvl8pPr>
            <a:lvl9pPr marL="4750720"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6022" y="1512877"/>
            <a:ext cx="10733557" cy="4690459"/>
          </a:xfrm>
          <a:prstGeom prst="rect">
            <a:avLst/>
          </a:prstGeom>
        </p:spPr>
        <p:txBody>
          <a:bodyPr lIns="0" tIns="0" rIns="0" bIns="0"/>
          <a:lstStyle>
            <a:lvl1pPr marL="179370" marR="0" indent="-168258" algn="l" defTabSz="1187679"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967"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8993" marR="0" indent="-168258" algn="l" defTabSz="1187679" rtl="0" eaLnBrk="1" fontAlgn="auto" latinLnBrk="0" hangingPunct="1">
              <a:lnSpc>
                <a:spcPct val="100000"/>
              </a:lnSpc>
              <a:spcBef>
                <a:spcPts val="0"/>
              </a:spcBef>
              <a:spcAft>
                <a:spcPts val="600"/>
              </a:spcAft>
              <a:buClr>
                <a:schemeClr val="tx1"/>
              </a:buClr>
              <a:buSzTx/>
              <a:buFont typeface=".AppleSystemUIFont"/>
              <a:buChar char="&gt;"/>
              <a:tabLst>
                <a:tab pos="1207967" algn="ctr"/>
              </a:tabLst>
              <a:defRPr sz="1600" baseline="0">
                <a:latin typeface="Microsoft YaHei" panose="020B0503020204020204" pitchFamily="34" charset="-122"/>
                <a:ea typeface="Microsoft YaHei" panose="020B0503020204020204" pitchFamily="34" charset="-122"/>
              </a:defRPr>
            </a:lvl2pPr>
            <a:lvl3pPr marL="1098465" marR="0" indent="-168258" algn="l" defTabSz="1187679" rtl="0" eaLnBrk="1" fontAlgn="auto" latinLnBrk="0" hangingPunct="1">
              <a:lnSpc>
                <a:spcPct val="100000"/>
              </a:lnSpc>
              <a:spcBef>
                <a:spcPts val="0"/>
              </a:spcBef>
              <a:spcAft>
                <a:spcPts val="600"/>
              </a:spcAft>
              <a:buClr>
                <a:schemeClr val="tx1"/>
              </a:buClr>
              <a:buSzTx/>
              <a:buFont typeface=".AppleSystemUIFont"/>
              <a:buChar char="-"/>
              <a:tabLst>
                <a:tab pos="1207967" algn="ctr"/>
              </a:tabLst>
              <a:defRPr sz="1299" baseline="0">
                <a:latin typeface="Microsoft YaHei" panose="020B0503020204020204" pitchFamily="34" charset="-122"/>
                <a:ea typeface="Microsoft YaHei" panose="020B0503020204020204" pitchFamily="34" charset="-122"/>
              </a:defRPr>
            </a:lvl3pPr>
            <a:lvl4pPr marL="525797" indent="-171142">
              <a:buFont typeface="Arial" panose="020B0604020202020204" pitchFamily="34" charset="0"/>
              <a:buChar char="•"/>
              <a:tabLst>
                <a:tab pos="1208299" algn="ctr"/>
              </a:tabLst>
              <a:defRPr sz="1299" baseline="0"/>
            </a:lvl4pPr>
            <a:lvl5pPr marL="525797" indent="-171142">
              <a:buFont typeface="Arial" panose="020B0604020202020204" pitchFamily="34" charset="0"/>
              <a:buChar char="•"/>
              <a:tabLst>
                <a:tab pos="1208299" algn="ctr"/>
              </a:tabLst>
              <a:defRPr sz="1299" baseline="0"/>
            </a:lvl5pPr>
          </a:lstStyle>
          <a:p>
            <a:pPr lvl="0"/>
            <a:r>
              <a:rPr lang="zh-CN" altLang="en-US" dirty="0"/>
              <a:t>单击此处添加文本</a:t>
            </a:r>
            <a:endParaRPr lang="en-US" dirty="0"/>
          </a:p>
          <a:p>
            <a:pPr marL="328993" marR="0" lvl="1" indent="-168258" algn="l" defTabSz="1187679"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967" algn="ctr"/>
              </a:tabLst>
              <a:defRPr/>
            </a:pPr>
            <a:r>
              <a:rPr lang="zh-CN" altLang="en-US" dirty="0"/>
              <a:t>单击此处添加文本</a:t>
            </a:r>
            <a:endParaRPr lang="en-US" dirty="0"/>
          </a:p>
          <a:p>
            <a:pPr marL="1098465" marR="0" lvl="2" indent="-168258" algn="l" defTabSz="1187679"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967" algn="ctr"/>
              </a:tabLst>
              <a:defRPr/>
            </a:pPr>
            <a:r>
              <a:rPr lang="zh-CN" altLang="en-US" dirty="0"/>
              <a:t>单击此处添加文本</a:t>
            </a:r>
            <a:endParaRPr lang="en-US" dirty="0"/>
          </a:p>
          <a:p>
            <a:pPr marL="1098465" marR="0" lvl="2" indent="-168258" algn="l" defTabSz="1187679"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967" algn="ctr"/>
              </a:tabLst>
              <a:defRPr/>
            </a:pPr>
            <a:endParaRPr lang="en-US" altLang="zh-CN" dirty="0"/>
          </a:p>
        </p:txBody>
      </p:sp>
    </p:spTree>
    <p:extLst>
      <p:ext uri="{BB962C8B-B14F-4D97-AF65-F5344CB8AC3E}">
        <p14:creationId xmlns:p14="http://schemas.microsoft.com/office/powerpoint/2010/main" val="1611733151"/>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7"/>
              </a:lnSpc>
              <a:spcBef>
                <a:spcPts val="0"/>
              </a:spcBef>
              <a:buNone/>
              <a:defRPr sz="3197" baseline="0">
                <a:solidFill>
                  <a:schemeClr val="tx1"/>
                </a:solidFill>
                <a:latin typeface="Microsoft YaHei" panose="020B0503020204020204" pitchFamily="34" charset="-122"/>
                <a:ea typeface="Microsoft YaHei" panose="020B0503020204020204" pitchFamily="34" charset="-122"/>
              </a:defRPr>
            </a:lvl1pPr>
            <a:lvl2pPr marL="593188" indent="0" algn="ctr">
              <a:buNone/>
              <a:defRPr sz="2595"/>
            </a:lvl2pPr>
            <a:lvl3pPr marL="1186373" indent="0" algn="ctr">
              <a:buNone/>
              <a:defRPr sz="2335"/>
            </a:lvl3pPr>
            <a:lvl4pPr marL="1779562" indent="0" algn="ctr">
              <a:buNone/>
              <a:defRPr sz="2076"/>
            </a:lvl4pPr>
            <a:lvl5pPr marL="2372749" indent="0" algn="ctr">
              <a:buNone/>
              <a:defRPr sz="2076"/>
            </a:lvl5pPr>
            <a:lvl6pPr marL="2965935" indent="0" algn="ctr">
              <a:buNone/>
              <a:defRPr sz="2076"/>
            </a:lvl6pPr>
            <a:lvl7pPr marL="3559122" indent="0" algn="ctr">
              <a:buNone/>
              <a:defRPr sz="2076"/>
            </a:lvl7pPr>
            <a:lvl8pPr marL="4152310" indent="0" algn="ctr">
              <a:buNone/>
              <a:defRPr sz="2076"/>
            </a:lvl8pPr>
            <a:lvl9pPr marL="4745496" indent="0" algn="ctr">
              <a:buNone/>
              <a:defRPr sz="2076"/>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911" y="1501989"/>
            <a:ext cx="10733557" cy="4690459"/>
          </a:xfrm>
          <a:prstGeom prst="rect">
            <a:avLst/>
          </a:prstGeom>
        </p:spPr>
        <p:txBody>
          <a:bodyPr lIns="0" tIns="0" rIns="0" bIns="0"/>
          <a:lstStyle>
            <a:lvl1pPr marL="12358" indent="0">
              <a:lnSpc>
                <a:spcPct val="100000"/>
              </a:lnSpc>
              <a:spcBef>
                <a:spcPts val="0"/>
              </a:spcBef>
              <a:buFontTx/>
              <a:buNone/>
              <a:tabLst>
                <a:tab pos="1206971" algn="ctr"/>
              </a:tabLst>
              <a:defRPr sz="1797"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220" indent="-170955">
              <a:buFont typeface="Arial" panose="020B0604020202020204" pitchFamily="34" charset="0"/>
              <a:buChar char="•"/>
              <a:tabLst>
                <a:tab pos="1206971" algn="ctr"/>
              </a:tabLst>
              <a:defRPr sz="1296" baseline="0"/>
            </a:lvl2pPr>
            <a:lvl3pPr marL="525220" indent="-170955">
              <a:buFont typeface="Arial" panose="020B0604020202020204" pitchFamily="34" charset="0"/>
              <a:buChar char="•"/>
              <a:tabLst>
                <a:tab pos="1206971" algn="ctr"/>
              </a:tabLst>
              <a:defRPr sz="1296" baseline="0"/>
            </a:lvl3pPr>
            <a:lvl4pPr marL="525220" indent="-170955">
              <a:buFont typeface="Arial" panose="020B0604020202020204" pitchFamily="34" charset="0"/>
              <a:buChar char="•"/>
              <a:tabLst>
                <a:tab pos="1206971" algn="ctr"/>
              </a:tabLst>
              <a:defRPr sz="1296" baseline="0"/>
            </a:lvl4pPr>
            <a:lvl5pPr marL="525220" indent="-170955">
              <a:buFont typeface="Arial" panose="020B0604020202020204" pitchFamily="34" charset="0"/>
              <a:buChar char="•"/>
              <a:tabLst>
                <a:tab pos="1206971" algn="ctr"/>
              </a:tabLst>
              <a:defRPr sz="1296"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28938681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C 汇报版式">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597966"/>
          </a:xfrm>
          <a:prstGeom prst="rect">
            <a:avLst/>
          </a:prstGeom>
        </p:spPr>
        <p:txBody>
          <a:bodyPr lIns="0" tIns="0" rIns="0" bIns="0" anchor="t">
            <a:normAutofit/>
          </a:bodyPr>
          <a:lstStyle>
            <a:lvl1pPr marL="0" indent="0" algn="l">
              <a:lnSpc>
                <a:spcPts val="3427"/>
              </a:lnSpc>
              <a:spcBef>
                <a:spcPts val="0"/>
              </a:spcBef>
              <a:buNone/>
              <a:defRPr sz="2397" baseline="0">
                <a:solidFill>
                  <a:schemeClr val="tx1"/>
                </a:solidFill>
                <a:latin typeface="Microsoft YaHei" panose="020B0503020204020204" pitchFamily="34" charset="-122"/>
                <a:ea typeface="Microsoft YaHei" panose="020B0503020204020204" pitchFamily="34" charset="-122"/>
              </a:defRPr>
            </a:lvl1pPr>
            <a:lvl2pPr marL="593188" indent="0" algn="ctr">
              <a:buNone/>
              <a:defRPr sz="2595"/>
            </a:lvl2pPr>
            <a:lvl3pPr marL="1186373" indent="0" algn="ctr">
              <a:buNone/>
              <a:defRPr sz="2335"/>
            </a:lvl3pPr>
            <a:lvl4pPr marL="1779562" indent="0" algn="ctr">
              <a:buNone/>
              <a:defRPr sz="2076"/>
            </a:lvl4pPr>
            <a:lvl5pPr marL="2372749" indent="0" algn="ctr">
              <a:buNone/>
              <a:defRPr sz="2076"/>
            </a:lvl5pPr>
            <a:lvl6pPr marL="2965935" indent="0" algn="ctr">
              <a:buNone/>
              <a:defRPr sz="2076"/>
            </a:lvl6pPr>
            <a:lvl7pPr marL="3559122" indent="0" algn="ctr">
              <a:buNone/>
              <a:defRPr sz="2076"/>
            </a:lvl7pPr>
            <a:lvl8pPr marL="4152310" indent="0" algn="ctr">
              <a:buNone/>
              <a:defRPr sz="2076"/>
            </a:lvl8pPr>
            <a:lvl9pPr marL="4745496" indent="0" algn="ctr">
              <a:buNone/>
              <a:defRPr sz="2076"/>
            </a:lvl9pPr>
          </a:lstStyle>
          <a:p>
            <a:r>
              <a:rPr lang="zh-CN" altLang="en-US" dirty="0"/>
              <a:t>单击此处添加标题</a:t>
            </a:r>
            <a:endParaRPr lang="en-US" dirty="0"/>
          </a:p>
        </p:txBody>
      </p:sp>
    </p:spTree>
    <p:extLst>
      <p:ext uri="{BB962C8B-B14F-4D97-AF65-F5344CB8AC3E}">
        <p14:creationId xmlns:p14="http://schemas.microsoft.com/office/powerpoint/2010/main" val="2535525368"/>
      </p:ext>
    </p:extLst>
  </p:cSld>
  <p:clrMapOvr>
    <a:masterClrMapping/>
  </p:clrMapOvr>
  <p:extLst>
    <p:ext uri="{DCECCB84-F9BA-43D5-87BE-67443E8EF086}">
      <p15:sldGuideLst xmlns:p15="http://schemas.microsoft.com/office/powerpoint/2012/main">
        <p15:guide id="1" pos="3842">
          <p15:clr>
            <a:srgbClr val="FBAE40"/>
          </p15:clr>
        </p15:guide>
        <p15:guide id="2" orient="horz" pos="686">
          <p15:clr>
            <a:srgbClr val="FBAE40"/>
          </p15:clr>
        </p15:guide>
        <p15:guide id="3" orient="horz" pos="79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 y="170362"/>
            <a:ext cx="12196763" cy="810937"/>
          </a:xfrm>
        </p:spPr>
        <p:txBody>
          <a:bodyPr lIns="144000" tIns="36000" rIns="144000" bIns="36000">
            <a:noAutofit/>
          </a:bodyPr>
          <a:lstStyle>
            <a:lvl1pPr marL="0" marR="0" indent="0" algn="l" defTabSz="1218103" rtl="0" eaLnBrk="1" fontAlgn="auto" latinLnBrk="0" hangingPunct="1">
              <a:lnSpc>
                <a:spcPct val="100000"/>
              </a:lnSpc>
              <a:spcBef>
                <a:spcPct val="0"/>
              </a:spcBef>
              <a:spcAft>
                <a:spcPts val="0"/>
              </a:spcAft>
              <a:buClrTx/>
              <a:buSzTx/>
              <a:buFontTx/>
              <a:buNone/>
              <a:tabLst/>
              <a:defRPr sz="3197" b="0">
                <a:solidFill>
                  <a:schemeClr val="tx1">
                    <a:lumMod val="75000"/>
                    <a:lumOff val="25000"/>
                  </a:schemeClr>
                </a:solidFill>
                <a:latin typeface="Arial" panose="020B0604020202020204" pitchFamily="34" charset="0"/>
                <a:ea typeface="+mn-ea"/>
                <a:cs typeface="Arial" panose="020B0604020202020204" pitchFamily="34" charset="0"/>
              </a:defRPr>
            </a:lvl1pPr>
          </a:lstStyle>
          <a:p>
            <a:endParaRPr lang="en-US" altLang="zh-CN" dirty="0"/>
          </a:p>
        </p:txBody>
      </p:sp>
    </p:spTree>
    <p:extLst>
      <p:ext uri="{BB962C8B-B14F-4D97-AF65-F5344CB8AC3E}">
        <p14:creationId xmlns:p14="http://schemas.microsoft.com/office/powerpoint/2010/main" val="242063483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7"/>
              </a:lnSpc>
              <a:spcBef>
                <a:spcPts val="0"/>
              </a:spcBef>
              <a:buNone/>
              <a:defRPr sz="3197" baseline="0">
                <a:solidFill>
                  <a:schemeClr val="tx1"/>
                </a:solidFill>
                <a:latin typeface="Microsoft YaHei" panose="020B0503020204020204" pitchFamily="34" charset="-122"/>
                <a:ea typeface="Microsoft YaHei" panose="020B0503020204020204" pitchFamily="34" charset="-122"/>
              </a:defRPr>
            </a:lvl1pPr>
            <a:lvl2pPr marL="593188" indent="0" algn="ctr">
              <a:buNone/>
              <a:defRPr sz="2595"/>
            </a:lvl2pPr>
            <a:lvl3pPr marL="1186373" indent="0" algn="ctr">
              <a:buNone/>
              <a:defRPr sz="2335"/>
            </a:lvl3pPr>
            <a:lvl4pPr marL="1779562" indent="0" algn="ctr">
              <a:buNone/>
              <a:defRPr sz="2076"/>
            </a:lvl4pPr>
            <a:lvl5pPr marL="2372749" indent="0" algn="ctr">
              <a:buNone/>
              <a:defRPr sz="2076"/>
            </a:lvl5pPr>
            <a:lvl6pPr marL="2965935" indent="0" algn="ctr">
              <a:buNone/>
              <a:defRPr sz="2076"/>
            </a:lvl6pPr>
            <a:lvl7pPr marL="3559122" indent="0" algn="ctr">
              <a:buNone/>
              <a:defRPr sz="2076"/>
            </a:lvl7pPr>
            <a:lvl8pPr marL="4152310" indent="0" algn="ctr">
              <a:buNone/>
              <a:defRPr sz="2076"/>
            </a:lvl8pPr>
            <a:lvl9pPr marL="4745496" indent="0" algn="ctr">
              <a:buNone/>
              <a:defRPr sz="2076"/>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6024" y="1512881"/>
            <a:ext cx="10733557" cy="4690459"/>
          </a:xfrm>
          <a:prstGeom prst="rect">
            <a:avLst/>
          </a:prstGeom>
        </p:spPr>
        <p:txBody>
          <a:bodyPr lIns="0" tIns="0" rIns="0" bIns="0"/>
          <a:lstStyle>
            <a:lvl1pPr marL="179172" marR="0" indent="-168074" algn="l" defTabSz="1186373"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639" algn="ctr"/>
              </a:tabLst>
              <a:defRPr sz="1797"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8630" marR="0" indent="-168074" algn="l" defTabSz="1186373" rtl="0" eaLnBrk="1" fontAlgn="auto" latinLnBrk="0" hangingPunct="1">
              <a:lnSpc>
                <a:spcPct val="100000"/>
              </a:lnSpc>
              <a:spcBef>
                <a:spcPts val="0"/>
              </a:spcBef>
              <a:spcAft>
                <a:spcPts val="600"/>
              </a:spcAft>
              <a:buClr>
                <a:schemeClr val="tx1"/>
              </a:buClr>
              <a:buSzTx/>
              <a:buFont typeface=".AppleSystemUIFont"/>
              <a:buChar char="&gt;"/>
              <a:tabLst>
                <a:tab pos="1206639" algn="ctr"/>
              </a:tabLst>
              <a:defRPr sz="1597" baseline="0">
                <a:latin typeface="Microsoft YaHei" panose="020B0503020204020204" pitchFamily="34" charset="-122"/>
                <a:ea typeface="Microsoft YaHei" panose="020B0503020204020204" pitchFamily="34" charset="-122"/>
              </a:defRPr>
            </a:lvl2pPr>
            <a:lvl3pPr marL="1097258" marR="0" indent="-168074" algn="l" defTabSz="1186373" rtl="0" eaLnBrk="1" fontAlgn="auto" latinLnBrk="0" hangingPunct="1">
              <a:lnSpc>
                <a:spcPct val="100000"/>
              </a:lnSpc>
              <a:spcBef>
                <a:spcPts val="0"/>
              </a:spcBef>
              <a:spcAft>
                <a:spcPts val="600"/>
              </a:spcAft>
              <a:buClr>
                <a:schemeClr val="tx1"/>
              </a:buClr>
              <a:buSzTx/>
              <a:buFont typeface=".AppleSystemUIFont"/>
              <a:buChar char="-"/>
              <a:tabLst>
                <a:tab pos="1206639" algn="ctr"/>
              </a:tabLst>
              <a:defRPr sz="1296" baseline="0">
                <a:latin typeface="Microsoft YaHei" panose="020B0503020204020204" pitchFamily="34" charset="-122"/>
                <a:ea typeface="Microsoft YaHei" panose="020B0503020204020204" pitchFamily="34" charset="-122"/>
              </a:defRPr>
            </a:lvl3pPr>
            <a:lvl4pPr marL="525220" indent="-170955">
              <a:buFont typeface="Arial" panose="020B0604020202020204" pitchFamily="34" charset="0"/>
              <a:buChar char="•"/>
              <a:tabLst>
                <a:tab pos="1206971" algn="ctr"/>
              </a:tabLst>
              <a:defRPr sz="1296" baseline="0"/>
            </a:lvl4pPr>
            <a:lvl5pPr marL="525220" indent="-170955">
              <a:buFont typeface="Arial" panose="020B0604020202020204" pitchFamily="34" charset="0"/>
              <a:buChar char="•"/>
              <a:tabLst>
                <a:tab pos="1206971" algn="ctr"/>
              </a:tabLst>
              <a:defRPr sz="1296" baseline="0"/>
            </a:lvl5pPr>
          </a:lstStyle>
          <a:p>
            <a:pPr lvl="0"/>
            <a:r>
              <a:rPr lang="zh-CN" altLang="en-US" dirty="0"/>
              <a:t>单击此处添加文本</a:t>
            </a:r>
            <a:endParaRPr lang="en-US" dirty="0"/>
          </a:p>
          <a:p>
            <a:pPr marL="328630" marR="0" lvl="1" indent="-168074" algn="l" defTabSz="118637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639" algn="ctr"/>
              </a:tabLst>
              <a:defRPr/>
            </a:pPr>
            <a:r>
              <a:rPr lang="zh-CN" altLang="en-US" dirty="0"/>
              <a:t>单击此处添加文本</a:t>
            </a:r>
            <a:endParaRPr lang="en-US" dirty="0"/>
          </a:p>
          <a:p>
            <a:pPr marL="1097258" marR="0" lvl="2" indent="-168074" algn="l" defTabSz="118637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639" algn="ctr"/>
              </a:tabLst>
              <a:defRPr/>
            </a:pPr>
            <a:r>
              <a:rPr lang="zh-CN" altLang="en-US" dirty="0"/>
              <a:t>单击此处添加文本</a:t>
            </a:r>
            <a:endParaRPr lang="en-US" dirty="0"/>
          </a:p>
          <a:p>
            <a:pPr marL="1097258" marR="0" lvl="2" indent="-168074" algn="l" defTabSz="1186373"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639" algn="ctr"/>
              </a:tabLst>
              <a:defRPr/>
            </a:pPr>
            <a:endParaRPr lang="en-US" altLang="zh-CN" dirty="0"/>
          </a:p>
        </p:txBody>
      </p:sp>
    </p:spTree>
    <p:extLst>
      <p:ext uri="{BB962C8B-B14F-4D97-AF65-F5344CB8AC3E}">
        <p14:creationId xmlns:p14="http://schemas.microsoft.com/office/powerpoint/2010/main" val="1165980368"/>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2" y="365129"/>
            <a:ext cx="10520363"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315087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F7C7B5-0135-F749-B910-7325E96AE705}"/>
              </a:ext>
            </a:extLst>
          </p:cNvPr>
          <p:cNvSpPr>
            <a:spLocks noGrp="1"/>
          </p:cNvSpPr>
          <p:nvPr>
            <p:ph type="body" sz="quarter" idx="10" hasCustomPrompt="1"/>
          </p:nvPr>
        </p:nvSpPr>
        <p:spPr>
          <a:xfrm>
            <a:off x="1033620" y="1843092"/>
            <a:ext cx="10122060" cy="3013725"/>
          </a:xfrm>
          <a:prstGeom prst="rect">
            <a:avLst/>
          </a:prstGeom>
        </p:spPr>
        <p:txBody>
          <a:bodyPr tIns="90000" bIns="90000"/>
          <a:lstStyle>
            <a:lvl1pPr marL="412420" indent="-398145">
              <a:lnSpc>
                <a:spcPct val="70000"/>
              </a:lnSpc>
              <a:buFont typeface="+mj-lt"/>
              <a:buAutoNum type="arabicPeriod"/>
              <a:tabLst/>
              <a:defRPr sz="2198">
                <a:solidFill>
                  <a:schemeClr val="tx1"/>
                </a:solidFill>
                <a:latin typeface="Microsoft YaHei" panose="020B0503020204020204" pitchFamily="34" charset="-122"/>
                <a:ea typeface="Microsoft YaHei" panose="020B0503020204020204" pitchFamily="34" charset="-122"/>
              </a:defRPr>
            </a:lvl1pPr>
            <a:lvl2pPr marL="412420" indent="-398145">
              <a:buFont typeface="+mj-lt"/>
              <a:buAutoNum type="arabicPeriod"/>
              <a:tabLst/>
              <a:defRPr/>
            </a:lvl2pPr>
            <a:lvl3pPr marL="14275" indent="0">
              <a:buFont typeface="+mj-lt"/>
              <a:buNone/>
              <a:tabLst/>
              <a:defRPr sz="2198">
                <a:latin typeface="Microsoft YaHei" panose="020B0503020204020204" pitchFamily="34" charset="-122"/>
                <a:ea typeface="Microsoft YaHei" panose="020B0503020204020204" pitchFamily="34" charset="-122"/>
              </a:defRPr>
            </a:lvl3pPr>
            <a:lvl4pPr marL="14275" indent="0">
              <a:buFont typeface="+mj-lt"/>
              <a:buNone/>
              <a:tabLst/>
              <a:defRPr sz="2198">
                <a:latin typeface="Microsoft YaHei" panose="020B0503020204020204" pitchFamily="34" charset="-122"/>
                <a:ea typeface="Microsoft YaHei" panose="020B0503020204020204" pitchFamily="34" charset="-122"/>
              </a:defRPr>
            </a:lvl4pPr>
            <a:lvl5pPr marL="14275" indent="0">
              <a:buFont typeface="+mj-lt"/>
              <a:buNone/>
              <a:tabLst/>
              <a:defRPr sz="2198">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20"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userDrawn="1"/>
        </p:nvSpPr>
        <p:spPr>
          <a:xfrm>
            <a:off x="918918" y="630376"/>
            <a:ext cx="1147485" cy="653509"/>
          </a:xfrm>
          <a:prstGeom prst="rect">
            <a:avLst/>
          </a:prstGeom>
          <a:noFill/>
        </p:spPr>
        <p:txBody>
          <a:bodyPr wrap="none" rtlCol="0">
            <a:spAutoFit/>
          </a:bodyPr>
          <a:lstStyle/>
          <a:p>
            <a:r>
              <a:rPr kumimoji="1" lang="zh-CN" altLang="en-US" sz="3598" dirty="0">
                <a:solidFill>
                  <a:schemeClr val="tx1"/>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42765658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tif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6.tiff"/></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theme" Target="../theme/theme4.xml"/><Relationship Id="rId1"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theme" Target="../theme/theme5.xml"/><Relationship Id="rId1" Type="http://schemas.openxmlformats.org/officeDocument/2006/relationships/slideLayout" Target="../slideLayouts/slideLayout8.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slideLayout" Target="../slideLayouts/slideLayout11.xml"/><Relationship Id="rId7"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image" Target="../media/image8.tiff"/><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theme" Target="../theme/theme8.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1.tiff"/><Relationship Id="rId3" Type="http://schemas.openxmlformats.org/officeDocument/2006/relationships/slideLayout" Target="../slideLayouts/slideLayout47.xml"/><Relationship Id="rId7" Type="http://schemas.openxmlformats.org/officeDocument/2006/relationships/theme" Target="../theme/theme9.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2" Type="http://schemas.openxmlformats.org/officeDocument/2006/relationships/slideLayout" Target="../slideLayouts/slideLayout52.xml"/><Relationship Id="rId1" Type="http://schemas.openxmlformats.org/officeDocument/2006/relationships/slideLayout" Target="../slideLayouts/slideLayout51.xml"/><Relationship Id="rId4" Type="http://schemas.openxmlformats.org/officeDocument/2006/relationships/image" Target="../media/image12.jpg"/></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slideLayout" Target="../slideLayouts/slideLayout55.xml"/><Relationship Id="rId7" Type="http://schemas.openxmlformats.org/officeDocument/2006/relationships/theme" Target="../theme/theme12.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738613-2341-9046-8E35-A1048C744AF2}"/>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7" name="Picture 6">
            <a:extLst>
              <a:ext uri="{FF2B5EF4-FFF2-40B4-BE49-F238E27FC236}">
                <a16:creationId xmlns:a16="http://schemas.microsoft.com/office/drawing/2014/main" id="{074948CB-D146-5247-A1C4-675148CE077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207076" y="5972665"/>
            <a:ext cx="2260800" cy="489278"/>
          </a:xfrm>
          <a:prstGeom prst="rect">
            <a:avLst/>
          </a:prstGeom>
        </p:spPr>
      </p:pic>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4" r:id="rId4"/>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E886C4A9-2C5E-EC44-8D62-420DF3BE0B9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7852" y="6325091"/>
            <a:ext cx="1270800" cy="275024"/>
          </a:xfrm>
          <a:prstGeom prst="rect">
            <a:avLst/>
          </a:prstGeom>
        </p:spPr>
      </p:pic>
      <p:grpSp>
        <p:nvGrpSpPr>
          <p:cNvPr id="47" name="Group 46">
            <a:extLst>
              <a:ext uri="{FF2B5EF4-FFF2-40B4-BE49-F238E27FC236}">
                <a16:creationId xmlns:a16="http://schemas.microsoft.com/office/drawing/2014/main" id="{E2171E79-11D3-8648-9BEA-3C7660378BC9}"/>
              </a:ext>
            </a:extLst>
          </p:cNvPr>
          <p:cNvGrpSpPr>
            <a:grpSpLocks noChangeAspect="1"/>
          </p:cNvGrpSpPr>
          <p:nvPr userDrawn="1"/>
        </p:nvGrpSpPr>
        <p:grpSpPr>
          <a:xfrm>
            <a:off x="12290469" y="2625389"/>
            <a:ext cx="1963324" cy="4233515"/>
            <a:chOff x="5343883" y="-48857"/>
            <a:chExt cx="3263588" cy="7037279"/>
          </a:xfrm>
        </p:grpSpPr>
        <p:sp>
          <p:nvSpPr>
            <p:cNvPr id="69" name="矩形 13">
              <a:extLst>
                <a:ext uri="{FF2B5EF4-FFF2-40B4-BE49-F238E27FC236}">
                  <a16:creationId xmlns:a16="http://schemas.microsoft.com/office/drawing/2014/main" id="{2056A118-9F13-2644-8C4D-19B83F915923}"/>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70" name="文本框 15">
              <a:extLst>
                <a:ext uri="{FF2B5EF4-FFF2-40B4-BE49-F238E27FC236}">
                  <a16:creationId xmlns:a16="http://schemas.microsoft.com/office/drawing/2014/main" id="{B22FD20B-FED1-F14A-B606-EFB600078EA5}"/>
                </a:ext>
              </a:extLst>
            </p:cNvPr>
            <p:cNvSpPr txBox="1"/>
            <p:nvPr userDrawn="1"/>
          </p:nvSpPr>
          <p:spPr>
            <a:xfrm>
              <a:off x="5352721" y="1694497"/>
              <a:ext cx="1636699" cy="204645"/>
            </a:xfrm>
            <a:prstGeom prst="rect">
              <a:avLst/>
            </a:prstGeom>
            <a:noFill/>
          </p:spPr>
          <p:txBody>
            <a:bodyPr wrap="square" lIns="0" tIns="0" rIns="0" bIns="0" rtlCol="0" anchor="b" anchorCtr="0">
              <a:spAutoFit/>
            </a:bodyPr>
            <a:lstStyle/>
            <a:p>
              <a:pPr algn="l">
                <a:lnSpc>
                  <a:spcPct val="100000"/>
                </a:lnSpc>
              </a:pPr>
              <a:r>
                <a:rPr kumimoji="1" lang="en-US" altLang="zh-CN" sz="800" dirty="0">
                  <a:solidFill>
                    <a:schemeClr val="tx1"/>
                  </a:solidFill>
                  <a:latin typeface="Arial" panose="020B0604020202020204" pitchFamily="34" charset="0"/>
                  <a:ea typeface="Microsoft YaHei" panose="020B0503020204020204" pitchFamily="34" charset="-122"/>
                  <a:cs typeface="Arial" panose="020B0604020202020204" pitchFamily="34" charset="0"/>
                </a:rPr>
                <a:t>Secondary Colors</a:t>
              </a:r>
              <a:endParaRPr kumimoji="1" lang="zh-CN" altLang="en-US" sz="8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p:txBody>
        </p:sp>
        <p:sp>
          <p:nvSpPr>
            <p:cNvPr id="71" name="矩形 13">
              <a:extLst>
                <a:ext uri="{FF2B5EF4-FFF2-40B4-BE49-F238E27FC236}">
                  <a16:creationId xmlns:a16="http://schemas.microsoft.com/office/drawing/2014/main" id="{1BDF5E4A-1867-8E41-834A-BEF7F7DBCA4B}"/>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72" name="矩形 13">
              <a:extLst>
                <a:ext uri="{FF2B5EF4-FFF2-40B4-BE49-F238E27FC236}">
                  <a16:creationId xmlns:a16="http://schemas.microsoft.com/office/drawing/2014/main" id="{C1206869-819B-184C-810B-151F92C62236}"/>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73" name="矩形 13">
              <a:extLst>
                <a:ext uri="{FF2B5EF4-FFF2-40B4-BE49-F238E27FC236}">
                  <a16:creationId xmlns:a16="http://schemas.microsoft.com/office/drawing/2014/main" id="{7532BB58-5C8F-B442-A115-B92066928429}"/>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74" name="矩形 13">
              <a:extLst>
                <a:ext uri="{FF2B5EF4-FFF2-40B4-BE49-F238E27FC236}">
                  <a16:creationId xmlns:a16="http://schemas.microsoft.com/office/drawing/2014/main" id="{19E144E8-C437-8E49-8068-D750BCB2B2F7}"/>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75" name="矩形 13">
              <a:extLst>
                <a:ext uri="{FF2B5EF4-FFF2-40B4-BE49-F238E27FC236}">
                  <a16:creationId xmlns:a16="http://schemas.microsoft.com/office/drawing/2014/main" id="{F707D190-CC54-CA46-946B-8609C53E3CB9}"/>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76" name="矩形 13">
              <a:extLst>
                <a:ext uri="{FF2B5EF4-FFF2-40B4-BE49-F238E27FC236}">
                  <a16:creationId xmlns:a16="http://schemas.microsoft.com/office/drawing/2014/main" id="{CA69D07A-4CB1-1C44-95EB-D5DD16C88C16}"/>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77" name="文本框 15">
              <a:extLst>
                <a:ext uri="{FF2B5EF4-FFF2-40B4-BE49-F238E27FC236}">
                  <a16:creationId xmlns:a16="http://schemas.microsoft.com/office/drawing/2014/main" id="{14051C33-7D8E-ED4E-A31B-8FAA52C8EDA5}"/>
                </a:ext>
              </a:extLst>
            </p:cNvPr>
            <p:cNvSpPr txBox="1"/>
            <p:nvPr userDrawn="1"/>
          </p:nvSpPr>
          <p:spPr>
            <a:xfrm>
              <a:off x="5343883" y="-48857"/>
              <a:ext cx="1358295" cy="204645"/>
            </a:xfrm>
            <a:prstGeom prst="rect">
              <a:avLst/>
            </a:prstGeom>
            <a:noFill/>
          </p:spPr>
          <p:txBody>
            <a:bodyPr wrap="square" lIns="0" tIns="0" rIns="0" bIns="0" rtlCol="0" anchor="b" anchorCtr="0">
              <a:spAutoFit/>
            </a:bodyPr>
            <a:lstStyle/>
            <a:p>
              <a:pPr algn="l">
                <a:lnSpc>
                  <a:spcPct val="100000"/>
                </a:lnSpc>
              </a:pPr>
              <a:r>
                <a:rPr kumimoji="1" lang="en-US" altLang="zh-CN" sz="800" dirty="0">
                  <a:solidFill>
                    <a:schemeClr val="tx1"/>
                  </a:solidFill>
                  <a:latin typeface="Arial" panose="020B0604020202020204" pitchFamily="34" charset="0"/>
                  <a:ea typeface="Microsoft YaHei" panose="020B0503020204020204" pitchFamily="34" charset="-122"/>
                  <a:cs typeface="Arial" panose="020B0604020202020204" pitchFamily="34" charset="0"/>
                </a:rPr>
                <a:t>Corporate Colors</a:t>
              </a:r>
              <a:endParaRPr kumimoji="1" lang="zh-CN" altLang="en-US" sz="8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p:txBody>
        </p:sp>
        <p:sp>
          <p:nvSpPr>
            <p:cNvPr id="78" name="矩形 13">
              <a:extLst>
                <a:ext uri="{FF2B5EF4-FFF2-40B4-BE49-F238E27FC236}">
                  <a16:creationId xmlns:a16="http://schemas.microsoft.com/office/drawing/2014/main" id="{697139C8-6378-7346-AA26-3DE355486404}"/>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79" name="矩形 13">
              <a:extLst>
                <a:ext uri="{FF2B5EF4-FFF2-40B4-BE49-F238E27FC236}">
                  <a16:creationId xmlns:a16="http://schemas.microsoft.com/office/drawing/2014/main" id="{F79CD551-CACB-A749-9460-B80C1456F4E8}"/>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80" name="矩形 13">
              <a:extLst>
                <a:ext uri="{FF2B5EF4-FFF2-40B4-BE49-F238E27FC236}">
                  <a16:creationId xmlns:a16="http://schemas.microsoft.com/office/drawing/2014/main" id="{659202D4-1C13-564B-AD21-AF809769236B}"/>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81" name="矩形 13">
              <a:extLst>
                <a:ext uri="{FF2B5EF4-FFF2-40B4-BE49-F238E27FC236}">
                  <a16:creationId xmlns:a16="http://schemas.microsoft.com/office/drawing/2014/main" id="{1D14C75E-3EEE-FA4D-8DA3-70B2C56F286F}"/>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82" name="矩形 13">
              <a:extLst>
                <a:ext uri="{FF2B5EF4-FFF2-40B4-BE49-F238E27FC236}">
                  <a16:creationId xmlns:a16="http://schemas.microsoft.com/office/drawing/2014/main" id="{9844BDEE-1453-9A40-B91C-2C526D59737B}"/>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83" name="矩形 13">
              <a:extLst>
                <a:ext uri="{FF2B5EF4-FFF2-40B4-BE49-F238E27FC236}">
                  <a16:creationId xmlns:a16="http://schemas.microsoft.com/office/drawing/2014/main" id="{533D13E9-5244-8E4F-9513-C00748CDDDF9}"/>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84" name="矩形 13">
              <a:extLst>
                <a:ext uri="{FF2B5EF4-FFF2-40B4-BE49-F238E27FC236}">
                  <a16:creationId xmlns:a16="http://schemas.microsoft.com/office/drawing/2014/main" id="{4EBE9DBF-E87C-4F4D-BBB1-81632C549613}"/>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85" name="矩形 13">
              <a:extLst>
                <a:ext uri="{FF2B5EF4-FFF2-40B4-BE49-F238E27FC236}">
                  <a16:creationId xmlns:a16="http://schemas.microsoft.com/office/drawing/2014/main" id="{422FC2B2-7928-F442-949E-D722F3DC9D01}"/>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86" name="矩形 13">
              <a:extLst>
                <a:ext uri="{FF2B5EF4-FFF2-40B4-BE49-F238E27FC236}">
                  <a16:creationId xmlns:a16="http://schemas.microsoft.com/office/drawing/2014/main" id="{5F38502B-99C0-4640-9E8D-7247A3238E22}"/>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87" name="矩形 13">
              <a:extLst>
                <a:ext uri="{FF2B5EF4-FFF2-40B4-BE49-F238E27FC236}">
                  <a16:creationId xmlns:a16="http://schemas.microsoft.com/office/drawing/2014/main" id="{1399EB62-5216-324F-B66C-AD6ED0004D51}"/>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88" name="矩形 13">
              <a:extLst>
                <a:ext uri="{FF2B5EF4-FFF2-40B4-BE49-F238E27FC236}">
                  <a16:creationId xmlns:a16="http://schemas.microsoft.com/office/drawing/2014/main" id="{DEDE780A-8050-FD48-B661-39532349131D}"/>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89" name="矩形 13">
              <a:extLst>
                <a:ext uri="{FF2B5EF4-FFF2-40B4-BE49-F238E27FC236}">
                  <a16:creationId xmlns:a16="http://schemas.microsoft.com/office/drawing/2014/main" id="{9BDB304C-5E40-9647-A3EF-75D9BFFB7E5B}"/>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90" name="矩形 13">
              <a:extLst>
                <a:ext uri="{FF2B5EF4-FFF2-40B4-BE49-F238E27FC236}">
                  <a16:creationId xmlns:a16="http://schemas.microsoft.com/office/drawing/2014/main" id="{EC3A6DD7-CCD1-0C4F-B8D4-3D01C9FFC289}"/>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91" name="矩形 13">
              <a:extLst>
                <a:ext uri="{FF2B5EF4-FFF2-40B4-BE49-F238E27FC236}">
                  <a16:creationId xmlns:a16="http://schemas.microsoft.com/office/drawing/2014/main" id="{FC3F3193-22C2-A847-A957-DFCCDA9D1D88}"/>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92" name="矩形 13">
              <a:extLst>
                <a:ext uri="{FF2B5EF4-FFF2-40B4-BE49-F238E27FC236}">
                  <a16:creationId xmlns:a16="http://schemas.microsoft.com/office/drawing/2014/main" id="{851DFAF5-0D1C-C64A-87B5-B0C9497BA3EB}"/>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93" name="矩形 13">
              <a:extLst>
                <a:ext uri="{FF2B5EF4-FFF2-40B4-BE49-F238E27FC236}">
                  <a16:creationId xmlns:a16="http://schemas.microsoft.com/office/drawing/2014/main" id="{57EB9D15-6C1C-8340-A5D0-43B865B5951C}"/>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94" name="矩形 13">
              <a:extLst>
                <a:ext uri="{FF2B5EF4-FFF2-40B4-BE49-F238E27FC236}">
                  <a16:creationId xmlns:a16="http://schemas.microsoft.com/office/drawing/2014/main" id="{2B29D96D-3B3D-B944-92CB-FE0973E33810}"/>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95" name="矩形 13">
              <a:extLst>
                <a:ext uri="{FF2B5EF4-FFF2-40B4-BE49-F238E27FC236}">
                  <a16:creationId xmlns:a16="http://schemas.microsoft.com/office/drawing/2014/main" id="{35D234AC-C1A2-7248-94C0-BB95C4DFE743}"/>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96" name="矩形 13">
              <a:extLst>
                <a:ext uri="{FF2B5EF4-FFF2-40B4-BE49-F238E27FC236}">
                  <a16:creationId xmlns:a16="http://schemas.microsoft.com/office/drawing/2014/main" id="{2C241EB7-09A9-7E40-9241-F2D47E53E1FF}"/>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97" name="矩形 13">
              <a:extLst>
                <a:ext uri="{FF2B5EF4-FFF2-40B4-BE49-F238E27FC236}">
                  <a16:creationId xmlns:a16="http://schemas.microsoft.com/office/drawing/2014/main" id="{63833C81-CC87-004C-AE5E-CB387B992636}"/>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98" name="矩形 13">
              <a:extLst>
                <a:ext uri="{FF2B5EF4-FFF2-40B4-BE49-F238E27FC236}">
                  <a16:creationId xmlns:a16="http://schemas.microsoft.com/office/drawing/2014/main" id="{77A96C4C-F3F3-484A-95BE-7E52C33A2FE2}"/>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99" name="矩形 13">
              <a:extLst>
                <a:ext uri="{FF2B5EF4-FFF2-40B4-BE49-F238E27FC236}">
                  <a16:creationId xmlns:a16="http://schemas.microsoft.com/office/drawing/2014/main" id="{66F0E6F8-F4D3-1B44-BB6D-F328A6CEA0C9}"/>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00" name="矩形 13">
              <a:extLst>
                <a:ext uri="{FF2B5EF4-FFF2-40B4-BE49-F238E27FC236}">
                  <a16:creationId xmlns:a16="http://schemas.microsoft.com/office/drawing/2014/main" id="{EEFEFB0D-48AF-8147-BDEB-B01E99ED82A7}"/>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01" name="矩形 13">
              <a:extLst>
                <a:ext uri="{FF2B5EF4-FFF2-40B4-BE49-F238E27FC236}">
                  <a16:creationId xmlns:a16="http://schemas.microsoft.com/office/drawing/2014/main" id="{3F7C47B0-D4EF-7047-9B96-1169C593055C}"/>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02" name="矩形 13">
              <a:extLst>
                <a:ext uri="{FF2B5EF4-FFF2-40B4-BE49-F238E27FC236}">
                  <a16:creationId xmlns:a16="http://schemas.microsoft.com/office/drawing/2014/main" id="{26A0A468-A37D-824A-8DA2-0B437212E07E}"/>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03" name="矩形 13">
              <a:extLst>
                <a:ext uri="{FF2B5EF4-FFF2-40B4-BE49-F238E27FC236}">
                  <a16:creationId xmlns:a16="http://schemas.microsoft.com/office/drawing/2014/main" id="{B0E79B3A-2E5F-ED4F-AA3D-00B685B18CA9}"/>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04" name="矩形 13">
              <a:extLst>
                <a:ext uri="{FF2B5EF4-FFF2-40B4-BE49-F238E27FC236}">
                  <a16:creationId xmlns:a16="http://schemas.microsoft.com/office/drawing/2014/main" id="{32D85E93-C860-B646-A67C-3D2FDCC07E8E}"/>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05" name="矩形 13">
              <a:extLst>
                <a:ext uri="{FF2B5EF4-FFF2-40B4-BE49-F238E27FC236}">
                  <a16:creationId xmlns:a16="http://schemas.microsoft.com/office/drawing/2014/main" id="{D9E271D3-C782-EA4B-B477-613B5CE7B0DA}"/>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06" name="矩形 13">
              <a:extLst>
                <a:ext uri="{FF2B5EF4-FFF2-40B4-BE49-F238E27FC236}">
                  <a16:creationId xmlns:a16="http://schemas.microsoft.com/office/drawing/2014/main" id="{3F3501FC-1CA1-714F-BF48-934C859FA443}"/>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07" name="矩形 13">
              <a:extLst>
                <a:ext uri="{FF2B5EF4-FFF2-40B4-BE49-F238E27FC236}">
                  <a16:creationId xmlns:a16="http://schemas.microsoft.com/office/drawing/2014/main" id="{55D4E001-16C8-3749-9816-95BDA789806E}"/>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08" name="矩形 13">
              <a:extLst>
                <a:ext uri="{FF2B5EF4-FFF2-40B4-BE49-F238E27FC236}">
                  <a16:creationId xmlns:a16="http://schemas.microsoft.com/office/drawing/2014/main" id="{77AD797E-A6D4-8148-B9A9-59A0D242F0FA}"/>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2388397"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sldLayoutIdLst>
    <p:sldLayoutId id="2147483891" r:id="rId1"/>
    <p:sldLayoutId id="2147483962" r:id="rId2"/>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CD1975-F435-0C43-9931-DC58CEAFFC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350" y="5239240"/>
            <a:ext cx="1875600" cy="405914"/>
          </a:xfrm>
          <a:prstGeom prst="rect">
            <a:avLst/>
          </a:prstGeom>
        </p:spPr>
      </p:pic>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7144" y="1474840"/>
            <a:ext cx="3984232" cy="2816080"/>
          </a:xfrm>
          <a:prstGeom prst="rect">
            <a:avLst/>
          </a:prstGeom>
          <a:noFill/>
        </p:spPr>
        <p:txBody>
          <a:bodyPr vert="horz" lIns="91440" tIns="45720" rIns="91440" bIns="45720" rtlCol="0" anchor="t">
            <a:normAutofit/>
          </a:bodyPr>
          <a:lstStyle/>
          <a:p>
            <a:r>
              <a:rPr lang="en-US" dirty="0"/>
              <a:t>Click to edit Master title style</a:t>
            </a:r>
          </a:p>
        </p:txBody>
      </p:sp>
      <p:sp>
        <p:nvSpPr>
          <p:cNvPr id="6" name="Text Placeholder 1">
            <a:extLst>
              <a:ext uri="{FF2B5EF4-FFF2-40B4-BE49-F238E27FC236}">
                <a16:creationId xmlns:a16="http://schemas.microsoft.com/office/drawing/2014/main" id="{A24FF637-3127-064E-84EE-A0C7EB5BEE96}"/>
              </a:ext>
            </a:extLst>
          </p:cNvPr>
          <p:cNvSpPr txBox="1">
            <a:spLocks/>
          </p:cNvSpPr>
          <p:nvPr userDrawn="1"/>
        </p:nvSpPr>
        <p:spPr>
          <a:xfrm>
            <a:off x="7979357" y="2343267"/>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9" name="Subtitle 6">
            <a:extLst>
              <a:ext uri="{FF2B5EF4-FFF2-40B4-BE49-F238E27FC236}">
                <a16:creationId xmlns:a16="http://schemas.microsoft.com/office/drawing/2014/main" id="{FBF16AD5-9EBA-8547-984B-E4E106BBD6C0}"/>
              </a:ext>
            </a:extLst>
          </p:cNvPr>
          <p:cNvSpPr txBox="1">
            <a:spLocks/>
          </p:cNvSpPr>
          <p:nvPr userDrawn="1"/>
        </p:nvSpPr>
        <p:spPr>
          <a:xfrm>
            <a:off x="7977672" y="1654431"/>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2272939337"/>
      </p:ext>
    </p:extLst>
  </p:cSld>
  <p:clrMap bg1="lt1" tx1="dk1" bg2="lt2" tx2="dk2" accent1="accent1" accent2="accent2" accent3="accent3" accent4="accent4" accent5="accent5" accent6="accent6" hlink="hlink" folHlink="folHlink"/>
  <p:sldLayoutIdLst>
    <p:sldLayoutId id="2147483894" r:id="rId1"/>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9"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3" y="6402810"/>
            <a:ext cx="499729" cy="138499"/>
          </a:xfrm>
          <a:prstGeom prst="rect">
            <a:avLst/>
          </a:prstGeom>
          <a:noFill/>
        </p:spPr>
        <p:txBody>
          <a:bodyPr wrap="square" lIns="0" tIns="0" rIns="0" bIns="0" rtlCol="0">
            <a:spAutoFit/>
          </a:bodyPr>
          <a:lstStyle/>
          <a:p>
            <a:pPr marL="0" marR="0" lvl="0" indent="0" algn="l" defTabSz="890137"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137"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93"/>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144972991"/>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2" r:id="rId6"/>
  </p:sldLayoutIdLst>
  <p:hf hdr="0" ftr="0" dt="0"/>
  <p:txStyles>
    <p:titleStyle>
      <a:lvl1pPr algn="l" defTabSz="1186848" rtl="0" eaLnBrk="1" latinLnBrk="0" hangingPunct="1">
        <a:lnSpc>
          <a:spcPct val="90000"/>
        </a:lnSpc>
        <a:spcBef>
          <a:spcPct val="0"/>
        </a:spcBef>
        <a:buNone/>
        <a:defRPr sz="5712" kern="1200">
          <a:solidFill>
            <a:schemeClr val="tx1"/>
          </a:solidFill>
          <a:latin typeface="+mj-lt"/>
          <a:ea typeface="+mj-ea"/>
          <a:cs typeface="+mj-cs"/>
        </a:defRPr>
      </a:lvl1pPr>
    </p:titleStyle>
    <p:bodyStyle>
      <a:lvl1pPr marL="296712" indent="-296712" algn="l" defTabSz="1186848" rtl="0" eaLnBrk="1" latinLnBrk="0" hangingPunct="1">
        <a:lnSpc>
          <a:spcPct val="90000"/>
        </a:lnSpc>
        <a:spcBef>
          <a:spcPts val="1297"/>
        </a:spcBef>
        <a:buFont typeface="Arial" panose="020B0604020202020204" pitchFamily="34" charset="0"/>
        <a:buChar char="•"/>
        <a:defRPr sz="3634" kern="1200">
          <a:solidFill>
            <a:schemeClr val="tx1"/>
          </a:solidFill>
          <a:latin typeface="+mn-lt"/>
          <a:ea typeface="+mn-ea"/>
          <a:cs typeface="+mn-cs"/>
        </a:defRPr>
      </a:lvl1pPr>
      <a:lvl2pPr marL="890137" indent="-296712" algn="l" defTabSz="1186848" rtl="0" eaLnBrk="1" latinLnBrk="0" hangingPunct="1">
        <a:lnSpc>
          <a:spcPct val="90000"/>
        </a:lnSpc>
        <a:spcBef>
          <a:spcPts val="650"/>
        </a:spcBef>
        <a:buFont typeface="Arial" panose="020B0604020202020204" pitchFamily="34" charset="0"/>
        <a:buChar char="•"/>
        <a:defRPr sz="3116" kern="1200">
          <a:solidFill>
            <a:schemeClr val="tx1"/>
          </a:solidFill>
          <a:latin typeface="+mn-lt"/>
          <a:ea typeface="+mn-ea"/>
          <a:cs typeface="+mn-cs"/>
        </a:defRPr>
      </a:lvl2pPr>
      <a:lvl3pPr marL="1483560" indent="-296712" algn="l" defTabSz="1186848" rtl="0" eaLnBrk="1" latinLnBrk="0" hangingPunct="1">
        <a:lnSpc>
          <a:spcPct val="90000"/>
        </a:lnSpc>
        <a:spcBef>
          <a:spcPts val="650"/>
        </a:spcBef>
        <a:buFont typeface="Arial" panose="020B0604020202020204" pitchFamily="34" charset="0"/>
        <a:buChar char="•"/>
        <a:defRPr sz="2596" kern="1200">
          <a:solidFill>
            <a:schemeClr val="tx1"/>
          </a:solidFill>
          <a:latin typeface="+mn-lt"/>
          <a:ea typeface="+mn-ea"/>
          <a:cs typeface="+mn-cs"/>
        </a:defRPr>
      </a:lvl3pPr>
      <a:lvl4pPr marL="2076986"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4pPr>
      <a:lvl5pPr marL="2670409"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5pPr>
      <a:lvl6pPr marL="3263834"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6pPr>
      <a:lvl7pPr marL="3857258"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7pPr>
      <a:lvl8pPr marL="4450682"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8pPr>
      <a:lvl9pPr marL="5044107"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9pPr>
    </p:bodyStyle>
    <p:otherStyle>
      <a:defPPr>
        <a:defRPr lang="en-US"/>
      </a:defPPr>
      <a:lvl1pPr marL="0" algn="l" defTabSz="1186848" rtl="0" eaLnBrk="1" latinLnBrk="0" hangingPunct="1">
        <a:defRPr sz="2336" kern="1200">
          <a:solidFill>
            <a:schemeClr val="tx1"/>
          </a:solidFill>
          <a:latin typeface="+mn-lt"/>
          <a:ea typeface="+mn-ea"/>
          <a:cs typeface="+mn-cs"/>
        </a:defRPr>
      </a:lvl1pPr>
      <a:lvl2pPr marL="593425" algn="l" defTabSz="1186848" rtl="0" eaLnBrk="1" latinLnBrk="0" hangingPunct="1">
        <a:defRPr sz="2336" kern="1200">
          <a:solidFill>
            <a:schemeClr val="tx1"/>
          </a:solidFill>
          <a:latin typeface="+mn-lt"/>
          <a:ea typeface="+mn-ea"/>
          <a:cs typeface="+mn-cs"/>
        </a:defRPr>
      </a:lvl2pPr>
      <a:lvl3pPr marL="1186848" algn="l" defTabSz="1186848" rtl="0" eaLnBrk="1" latinLnBrk="0" hangingPunct="1">
        <a:defRPr sz="2336" kern="1200">
          <a:solidFill>
            <a:schemeClr val="tx1"/>
          </a:solidFill>
          <a:latin typeface="+mn-lt"/>
          <a:ea typeface="+mn-ea"/>
          <a:cs typeface="+mn-cs"/>
        </a:defRPr>
      </a:lvl3pPr>
      <a:lvl4pPr marL="1780274" algn="l" defTabSz="1186848" rtl="0" eaLnBrk="1" latinLnBrk="0" hangingPunct="1">
        <a:defRPr sz="2336" kern="1200">
          <a:solidFill>
            <a:schemeClr val="tx1"/>
          </a:solidFill>
          <a:latin typeface="+mn-lt"/>
          <a:ea typeface="+mn-ea"/>
          <a:cs typeface="+mn-cs"/>
        </a:defRPr>
      </a:lvl4pPr>
      <a:lvl5pPr marL="2373698" algn="l" defTabSz="1186848" rtl="0" eaLnBrk="1" latinLnBrk="0" hangingPunct="1">
        <a:defRPr sz="2336" kern="1200">
          <a:solidFill>
            <a:schemeClr val="tx1"/>
          </a:solidFill>
          <a:latin typeface="+mn-lt"/>
          <a:ea typeface="+mn-ea"/>
          <a:cs typeface="+mn-cs"/>
        </a:defRPr>
      </a:lvl5pPr>
      <a:lvl6pPr marL="2967122" algn="l" defTabSz="1186848" rtl="0" eaLnBrk="1" latinLnBrk="0" hangingPunct="1">
        <a:defRPr sz="2336" kern="1200">
          <a:solidFill>
            <a:schemeClr val="tx1"/>
          </a:solidFill>
          <a:latin typeface="+mn-lt"/>
          <a:ea typeface="+mn-ea"/>
          <a:cs typeface="+mn-cs"/>
        </a:defRPr>
      </a:lvl6pPr>
      <a:lvl7pPr marL="3560546" algn="l" defTabSz="1186848" rtl="0" eaLnBrk="1" latinLnBrk="0" hangingPunct="1">
        <a:defRPr sz="2336" kern="1200">
          <a:solidFill>
            <a:schemeClr val="tx1"/>
          </a:solidFill>
          <a:latin typeface="+mn-lt"/>
          <a:ea typeface="+mn-ea"/>
          <a:cs typeface="+mn-cs"/>
        </a:defRPr>
      </a:lvl7pPr>
      <a:lvl8pPr marL="4153972" algn="l" defTabSz="1186848" rtl="0" eaLnBrk="1" latinLnBrk="0" hangingPunct="1">
        <a:defRPr sz="2336" kern="1200">
          <a:solidFill>
            <a:schemeClr val="tx1"/>
          </a:solidFill>
          <a:latin typeface="+mn-lt"/>
          <a:ea typeface="+mn-ea"/>
          <a:cs typeface="+mn-cs"/>
        </a:defRPr>
      </a:lvl8pPr>
      <a:lvl9pPr marL="4747395" algn="l" defTabSz="1186848" rtl="0" eaLnBrk="1" latinLnBrk="0" hangingPunct="1">
        <a:defRPr sz="2336"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9613419"/>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p:nvSpPr>
        <p:spPr>
          <a:xfrm>
            <a:off x="1095468" y="6356939"/>
            <a:ext cx="1463467" cy="230832"/>
          </a:xfrm>
          <a:prstGeom prst="rect">
            <a:avLst/>
          </a:prstGeom>
          <a:noFill/>
        </p:spPr>
        <p:txBody>
          <a:bodyPr wrap="square" rtlCol="0">
            <a:spAutoFit/>
          </a:bodyPr>
          <a:lstStyle/>
          <a:p>
            <a:pPr defTabSz="914112"/>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p:nvSpPr>
        <p:spPr>
          <a:xfrm>
            <a:off x="734132" y="6402808"/>
            <a:ext cx="499729" cy="138499"/>
          </a:xfrm>
          <a:prstGeom prst="rect">
            <a:avLst/>
          </a:prstGeom>
          <a:noFill/>
        </p:spPr>
        <p:txBody>
          <a:bodyPr wrap="square" lIns="0" tIns="0" rIns="0" bIns="0" rtlCol="0">
            <a:spAutoFit/>
          </a:bodyPr>
          <a:lstStyle/>
          <a:p>
            <a:pPr defTabSz="890493">
              <a:defRPr/>
            </a:pPr>
            <a:fld id="{C3837181-38C6-AD4F-B8BA-B444770388BB}" type="slidenum">
              <a:rPr lang="en-US" sz="900">
                <a:solidFill>
                  <a:srgbClr val="1D1D1B"/>
                </a:solidFill>
                <a:latin typeface="Arial" panose="020B0604020202020204" pitchFamily="34" charset="0"/>
                <a:cs typeface="Arial" panose="020B0604020202020204" pitchFamily="34" charset="0"/>
              </a:rPr>
              <a:pPr defTabSz="890493">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p:nvGrpSpPr>
        <p:grpSpPr>
          <a:xfrm>
            <a:off x="12290471" y="2625391"/>
            <a:ext cx="1963323" cy="423351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p:nvSpPr>
          <p:spPr>
            <a:xfrm>
              <a:off x="5352723" y="1694497"/>
              <a:ext cx="1052647" cy="204645"/>
            </a:xfrm>
            <a:prstGeom prst="rect">
              <a:avLst/>
            </a:prstGeom>
            <a:noFill/>
          </p:spPr>
          <p:txBody>
            <a:bodyPr wrap="square" lIns="0" tIns="0" rIns="0" bIns="0" rtlCol="0" anchor="b" anchorCtr="0">
              <a:spAutoFit/>
            </a:bodyPr>
            <a:lstStyle/>
            <a:p>
              <a:pPr defTabSz="914112"/>
              <a:r>
                <a:rPr kumimoji="1" lang="zh-CN" altLang="en-US" sz="800" dirty="0">
                  <a:solidFill>
                    <a:srgbClr val="1D1D1A"/>
                  </a:solidFill>
                </a:rPr>
                <a:t>公司辅助色</a:t>
              </a:r>
            </a:p>
          </p:txBody>
        </p:sp>
        <p:sp>
          <p:nvSpPr>
            <p:cNvPr id="91" name="矩形 13">
              <a:extLst>
                <a:ext uri="{FF2B5EF4-FFF2-40B4-BE49-F238E27FC236}">
                  <a16:creationId xmlns:a16="http://schemas.microsoft.com/office/drawing/2014/main" id="{5F63E0E3-4F22-7948-AB1A-40A84ECA92EC}"/>
                </a:ext>
              </a:extLst>
            </p:cNvPr>
            <p:cNvSpPr/>
            <p:nvPr/>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PANTONE 185C</a:t>
              </a:r>
            </a:p>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p:nvSpPr>
          <p:spPr>
            <a:xfrm>
              <a:off x="5343885" y="-48857"/>
              <a:ext cx="726488" cy="204645"/>
            </a:xfrm>
            <a:prstGeom prst="rect">
              <a:avLst/>
            </a:prstGeom>
            <a:noFill/>
          </p:spPr>
          <p:txBody>
            <a:bodyPr wrap="square" lIns="0" tIns="0" rIns="0" bIns="0" rtlCol="0" anchor="b" anchorCtr="0">
              <a:spAutoFit/>
            </a:bodyPr>
            <a:lstStyle/>
            <a:p>
              <a:pPr defTabSz="914112"/>
              <a:r>
                <a:rPr kumimoji="1" lang="zh-CN" altLang="en-US" sz="800" dirty="0">
                  <a:solidFill>
                    <a:srgbClr val="1D1D1A"/>
                  </a:solidFill>
                </a:rPr>
                <a:t>公司色</a:t>
              </a:r>
            </a:p>
          </p:txBody>
        </p:sp>
        <p:sp>
          <p:nvSpPr>
            <p:cNvPr id="98" name="矩形 13">
              <a:extLst>
                <a:ext uri="{FF2B5EF4-FFF2-40B4-BE49-F238E27FC236}">
                  <a16:creationId xmlns:a16="http://schemas.microsoft.com/office/drawing/2014/main" id="{B84AB502-165F-764A-9621-65CA8CBBEAEA}"/>
                </a:ext>
              </a:extLst>
            </p:cNvPr>
            <p:cNvSpPr/>
            <p:nvPr/>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PANTONE 186C</a:t>
              </a:r>
            </a:p>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p>
            <a:p>
              <a:pPr algn="ctr" defTabSz="914112">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 </a:t>
              </a:r>
            </a:p>
            <a:p>
              <a:pPr algn="ctr" defTabSz="914112">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p>
            <a:p>
              <a:pPr algn="ctr" defTabSz="914112">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FFFFFF"/>
                  </a:solidFill>
                  <a:latin typeface="Arial" charset="0"/>
                  <a:ea typeface="Arial" charset="0"/>
                  <a:cs typeface="Arial" charset="0"/>
                </a:rPr>
                <a:t>RGB</a:t>
              </a:r>
            </a:p>
            <a:p>
              <a:pPr algn="ctr" defTabSz="914112">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lnSpc>
                  <a:spcPts val="620"/>
                </a:lnSpc>
              </a:pPr>
              <a:r>
                <a:rPr kumimoji="1" lang="en-US" altLang="zh-CN" sz="500" b="1" dirty="0">
                  <a:solidFill>
                    <a:srgbClr val="595757"/>
                  </a:solidFill>
                  <a:latin typeface="Arial" charset="0"/>
                  <a:ea typeface="Arial" charset="0"/>
                  <a:cs typeface="Arial" charset="0"/>
                </a:rPr>
                <a:t>RGB</a:t>
              </a:r>
            </a:p>
            <a:p>
              <a:pPr algn="ctr" defTabSz="914112">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p:nvPicPr>
        <p:blipFill>
          <a:blip r:embed="rId32" cstate="screen">
            <a:extLst>
              <a:ext uri="{28A0092B-C50C-407E-A947-70E740481C1C}">
                <a14:useLocalDpi xmlns:a14="http://schemas.microsoft.com/office/drawing/2010/main"/>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652091146"/>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Lst>
  <p:txStyles>
    <p:titleStyle>
      <a:lvl1pPr algn="l" defTabSz="1187323" rtl="0" eaLnBrk="1" latinLnBrk="0" hangingPunct="1">
        <a:lnSpc>
          <a:spcPct val="90000"/>
        </a:lnSpc>
        <a:spcBef>
          <a:spcPct val="0"/>
        </a:spcBef>
        <a:buNone/>
        <a:defRPr sz="5714" kern="1200">
          <a:solidFill>
            <a:schemeClr val="tx1"/>
          </a:solidFill>
          <a:latin typeface="+mj-lt"/>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mn-lt"/>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mn-lt"/>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mn-lt"/>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738613-2341-9046-8E35-A1048C744AF2}"/>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7" name="Picture 6">
            <a:extLst>
              <a:ext uri="{FF2B5EF4-FFF2-40B4-BE49-F238E27FC236}">
                <a16:creationId xmlns:a16="http://schemas.microsoft.com/office/drawing/2014/main" id="{074948CB-D146-5247-A1C4-675148CE077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207076" y="5972665"/>
            <a:ext cx="2260800" cy="489278"/>
          </a:xfrm>
          <a:prstGeom prst="rect">
            <a:avLst/>
          </a:prstGeom>
        </p:spPr>
      </p:pic>
    </p:spTree>
    <p:extLst>
      <p:ext uri="{BB962C8B-B14F-4D97-AF65-F5344CB8AC3E}">
        <p14:creationId xmlns:p14="http://schemas.microsoft.com/office/powerpoint/2010/main" val="1283350025"/>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3" r:id="rId6"/>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87" y="794"/>
            <a:ext cx="12193588" cy="6856412"/>
          </a:xfrm>
          <a:prstGeom prst="rect">
            <a:avLst/>
          </a:prstGeom>
        </p:spPr>
      </p:pic>
      <p:sp>
        <p:nvSpPr>
          <p:cNvPr id="2" name="标题占位符 1"/>
          <p:cNvSpPr>
            <a:spLocks noGrp="1"/>
          </p:cNvSpPr>
          <p:nvPr>
            <p:ph type="title"/>
          </p:nvPr>
        </p:nvSpPr>
        <p:spPr>
          <a:xfrm>
            <a:off x="609839" y="275168"/>
            <a:ext cx="10977087" cy="1142999"/>
          </a:xfrm>
          <a:prstGeom prst="rect">
            <a:avLst/>
          </a:prstGeom>
        </p:spPr>
        <p:txBody>
          <a:bodyPr vert="horz" lIns="121944" tIns="60972" rIns="121944" bIns="60972" rtlCol="0" anchor="ctr">
            <a:normAutofit/>
          </a:bodyPr>
          <a:lstStyle/>
          <a:p>
            <a:r>
              <a:rPr lang="zh-CN" altLang="en-US"/>
              <a:t>单击此处编辑母版标题样式</a:t>
            </a:r>
          </a:p>
        </p:txBody>
      </p:sp>
      <p:sp>
        <p:nvSpPr>
          <p:cNvPr id="3" name="文本占位符 2"/>
          <p:cNvSpPr>
            <a:spLocks noGrp="1"/>
          </p:cNvSpPr>
          <p:nvPr>
            <p:ph type="body" idx="1"/>
          </p:nvPr>
        </p:nvSpPr>
        <p:spPr>
          <a:xfrm>
            <a:off x="609839" y="1600203"/>
            <a:ext cx="10977087" cy="4525433"/>
          </a:xfrm>
          <a:prstGeom prst="rect">
            <a:avLst/>
          </a:prstGeom>
        </p:spPr>
        <p:txBody>
          <a:bodyPr vert="horz" lIns="121944" tIns="60972" rIns="121944" bIns="60972"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840" y="6356353"/>
            <a:ext cx="2845912" cy="366182"/>
          </a:xfrm>
          <a:prstGeom prst="rect">
            <a:avLst/>
          </a:prstGeom>
        </p:spPr>
        <p:txBody>
          <a:bodyPr vert="horz" lIns="121944" tIns="60972" rIns="121944" bIns="60972" rtlCol="0" anchor="ctr"/>
          <a:lstStyle>
            <a:lvl1pPr algn="l">
              <a:defRPr sz="1600">
                <a:solidFill>
                  <a:schemeClr val="tx1"/>
                </a:solidFill>
              </a:defRPr>
            </a:lvl1pPr>
          </a:lstStyle>
          <a:p>
            <a:pPr defTabSz="1219028"/>
            <a:fld id="{1A5B2B23-E5F0-44D7-A9FF-4B8E82156B39}" type="datetimeFigureOut">
              <a:rPr lang="zh-CN" altLang="en-US" smtClean="0">
                <a:solidFill>
                  <a:prstClr val="black"/>
                </a:solidFill>
              </a:rPr>
              <a:pPr defTabSz="1219028"/>
              <a:t>2026/9/30</a:t>
            </a:fld>
            <a:endParaRPr lang="zh-CN" altLang="en-US">
              <a:solidFill>
                <a:prstClr val="black"/>
              </a:solidFill>
            </a:endParaRPr>
          </a:p>
        </p:txBody>
      </p:sp>
      <p:sp>
        <p:nvSpPr>
          <p:cNvPr id="5" name="页脚占位符 4"/>
          <p:cNvSpPr>
            <a:spLocks noGrp="1"/>
          </p:cNvSpPr>
          <p:nvPr>
            <p:ph type="ftr" sz="quarter" idx="3"/>
          </p:nvPr>
        </p:nvSpPr>
        <p:spPr>
          <a:xfrm>
            <a:off x="4167229" y="6356353"/>
            <a:ext cx="3862308" cy="366182"/>
          </a:xfrm>
          <a:prstGeom prst="rect">
            <a:avLst/>
          </a:prstGeom>
        </p:spPr>
        <p:txBody>
          <a:bodyPr vert="horz" lIns="121944" tIns="60972" rIns="121944" bIns="60972" rtlCol="0" anchor="ctr"/>
          <a:lstStyle>
            <a:lvl1pPr algn="ctr">
              <a:defRPr sz="1600">
                <a:solidFill>
                  <a:schemeClr val="tx1"/>
                </a:solidFill>
              </a:defRPr>
            </a:lvl1pPr>
          </a:lstStyle>
          <a:p>
            <a:pPr defTabSz="1219028"/>
            <a:endParaRPr lang="zh-CN" altLang="en-US">
              <a:solidFill>
                <a:prstClr val="black"/>
              </a:solidFill>
            </a:endParaRPr>
          </a:p>
        </p:txBody>
      </p:sp>
      <p:sp>
        <p:nvSpPr>
          <p:cNvPr id="6" name="灯片编号占位符 5"/>
          <p:cNvSpPr>
            <a:spLocks noGrp="1"/>
          </p:cNvSpPr>
          <p:nvPr>
            <p:ph type="sldNum" sz="quarter" idx="4"/>
          </p:nvPr>
        </p:nvSpPr>
        <p:spPr>
          <a:xfrm>
            <a:off x="8741015" y="6356353"/>
            <a:ext cx="2845912" cy="366182"/>
          </a:xfrm>
          <a:prstGeom prst="rect">
            <a:avLst/>
          </a:prstGeom>
        </p:spPr>
        <p:txBody>
          <a:bodyPr vert="horz" lIns="121944" tIns="60972" rIns="121944" bIns="60972" rtlCol="0" anchor="ctr"/>
          <a:lstStyle>
            <a:lvl1pPr algn="r">
              <a:defRPr sz="1600">
                <a:solidFill>
                  <a:schemeClr val="tx1"/>
                </a:solidFill>
              </a:defRPr>
            </a:lvl1pPr>
          </a:lstStyle>
          <a:p>
            <a:pPr defTabSz="1219028"/>
            <a:fld id="{B2563A90-55EF-4D2C-B954-EDF55F24A661}" type="slidenum">
              <a:rPr lang="zh-CN" altLang="en-US" smtClean="0">
                <a:solidFill>
                  <a:prstClr val="black"/>
                </a:solidFill>
              </a:rPr>
              <a:pPr defTabSz="1219028"/>
              <a:t>‹#›</a:t>
            </a:fld>
            <a:endParaRPr lang="zh-CN" altLang="en-US">
              <a:solidFill>
                <a:prstClr val="black"/>
              </a:solidFill>
            </a:endParaRPr>
          </a:p>
        </p:txBody>
      </p:sp>
      <p:sp>
        <p:nvSpPr>
          <p:cNvPr id="10" name="Rectangle 86"/>
          <p:cNvSpPr>
            <a:spLocks noChangeArrowheads="1"/>
          </p:cNvSpPr>
          <p:nvPr userDrawn="1"/>
        </p:nvSpPr>
        <p:spPr bwMode="auto">
          <a:xfrm>
            <a:off x="11843799" y="6348969"/>
            <a:ext cx="328322" cy="426063"/>
          </a:xfrm>
          <a:prstGeom prst="rect">
            <a:avLst/>
          </a:prstGeom>
          <a:noFill/>
          <a:ln w="9525">
            <a:noFill/>
            <a:miter lim="800000"/>
            <a:headEnd/>
            <a:tailEnd/>
          </a:ln>
          <a:effectLst/>
        </p:spPr>
        <p:txBody>
          <a:bodyPr lIns="0" tIns="0" rIns="0" bIns="0"/>
          <a:lstStyle/>
          <a:p>
            <a:pPr defTabSz="987914" eaLnBrk="0" fontAlgn="auto" hangingPunct="0">
              <a:lnSpc>
                <a:spcPct val="85000"/>
              </a:lnSpc>
              <a:spcBef>
                <a:spcPts val="0"/>
              </a:spcBef>
              <a:spcAft>
                <a:spcPts val="0"/>
              </a:spcAft>
              <a:buClrTx/>
              <a:buFontTx/>
              <a:buNone/>
            </a:pPr>
            <a:endParaRPr lang="de-DE" sz="1300" b="0" dirty="0">
              <a:solidFill>
                <a:prstClr val="black"/>
              </a:solidFill>
              <a:latin typeface="FrutigerNext LT Light" pitchFamily="34" charset="0"/>
              <a:ea typeface="MS PGothic" pitchFamily="34" charset="-128"/>
            </a:endParaRPr>
          </a:p>
          <a:p>
            <a:pPr defTabSz="987914" eaLnBrk="0" fontAlgn="auto" hangingPunct="0">
              <a:lnSpc>
                <a:spcPct val="85000"/>
              </a:lnSpc>
              <a:spcBef>
                <a:spcPts val="0"/>
              </a:spcBef>
              <a:spcAft>
                <a:spcPts val="0"/>
              </a:spcAft>
              <a:buClrTx/>
              <a:buFontTx/>
              <a:buNone/>
            </a:pPr>
            <a:fld id="{E68EC476-442B-4BB7-9603-F1440C241F3D}" type="slidenum">
              <a:rPr lang="de-DE" sz="900" b="0" smtClean="0">
                <a:solidFill>
                  <a:prstClr val="white">
                    <a:lumMod val="50000"/>
                  </a:prstClr>
                </a:solidFill>
                <a:latin typeface="Arial" panose="020B0604020202020204" pitchFamily="34" charset="0"/>
                <a:ea typeface="MS PGothic" pitchFamily="34" charset="-128"/>
                <a:cs typeface="Arial" panose="020B0604020202020204" pitchFamily="34" charset="0"/>
              </a:rPr>
              <a:pPr defTabSz="987914" eaLnBrk="0" fontAlgn="auto" hangingPunct="0">
                <a:lnSpc>
                  <a:spcPct val="85000"/>
                </a:lnSpc>
                <a:spcBef>
                  <a:spcPts val="0"/>
                </a:spcBef>
                <a:spcAft>
                  <a:spcPts val="0"/>
                </a:spcAft>
                <a:buClrTx/>
                <a:buFontTx/>
                <a:buNone/>
              </a:pPr>
              <a:t>‹#›</a:t>
            </a:fld>
            <a:endParaRPr lang="en-GB" sz="900" b="0" dirty="0">
              <a:solidFill>
                <a:prstClr val="white">
                  <a:lumMod val="50000"/>
                </a:prstClr>
              </a:solidFill>
              <a:latin typeface="Arial" panose="020B0604020202020204" pitchFamily="34" charset="0"/>
              <a:ea typeface="MS PGothic" pitchFamily="34" charset="-128"/>
              <a:cs typeface="Arial" panose="020B0604020202020204" pitchFamily="34" charset="0"/>
            </a:endParaRPr>
          </a:p>
        </p:txBody>
      </p:sp>
      <p:sp>
        <p:nvSpPr>
          <p:cNvPr id="11" name="Text Box 81"/>
          <p:cNvSpPr txBox="1">
            <a:spLocks noChangeArrowheads="1"/>
          </p:cNvSpPr>
          <p:nvPr userDrawn="1"/>
        </p:nvSpPr>
        <p:spPr bwMode="auto">
          <a:xfrm>
            <a:off x="-2903791" y="398"/>
            <a:ext cx="2579775" cy="1617617"/>
          </a:xfrm>
          <a:prstGeom prst="rect">
            <a:avLst/>
          </a:prstGeom>
          <a:noFill/>
          <a:ln w="9525" algn="ctr">
            <a:noFill/>
            <a:miter lim="800000"/>
            <a:headEnd/>
            <a:tailEnd/>
          </a:ln>
          <a:effectLst/>
        </p:spPr>
        <p:txBody>
          <a:bodyPr wrap="square" lIns="78327" tIns="39163" rIns="78327" bIns="39163">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r" defTabSz="784068" eaLnBrk="0" fontAlgn="auto" hangingPunct="0">
              <a:lnSpc>
                <a:spcPct val="125000"/>
              </a:lnSpc>
              <a:spcBef>
                <a:spcPts val="0"/>
              </a:spcBef>
              <a:spcAft>
                <a:spcPts val="0"/>
              </a:spcAft>
              <a:buClrTx/>
              <a:buFontTx/>
              <a:buNone/>
              <a:defRPr/>
            </a:pPr>
            <a:r>
              <a:rPr lang="en-US" sz="1600" b="0" noProof="1">
                <a:solidFill>
                  <a:srgbClr val="FFFFFF"/>
                </a:solidFill>
                <a:latin typeface="FrutigerNext LT Regular" pitchFamily="34" charset="0"/>
                <a:ea typeface="ＭＳ Ｐゴシック" pitchFamily="34" charset="-128"/>
              </a:rPr>
              <a:t>Slide title</a:t>
            </a:r>
            <a:r>
              <a:rPr lang="en-US" altLang="zh-CN" sz="1600" b="0" dirty="0">
                <a:solidFill>
                  <a:srgbClr val="FFFFFF"/>
                </a:solidFill>
                <a:latin typeface="FrutigerNext LT Regular" pitchFamily="34" charset="0"/>
                <a:ea typeface="华文细黑" pitchFamily="2" charset="-122"/>
              </a:rPr>
              <a:t>: 36-40pt </a:t>
            </a:r>
          </a:p>
          <a:p>
            <a:pPr algn="r" defTabSz="784068" eaLnBrk="0" fontAlgn="auto" hangingPunct="0">
              <a:lnSpc>
                <a:spcPct val="125000"/>
              </a:lnSpc>
              <a:spcBef>
                <a:spcPts val="0"/>
              </a:spcBef>
              <a:spcAft>
                <a:spcPts val="0"/>
              </a:spcAft>
              <a:buClrTx/>
              <a:buFontTx/>
              <a:buNone/>
              <a:defRPr/>
            </a:pPr>
            <a:r>
              <a:rPr lang="en-US" sz="1600" b="0" noProof="1">
                <a:solidFill>
                  <a:srgbClr val="FFFFFF"/>
                </a:solidFill>
                <a:latin typeface="FrutigerNext LT Regular" pitchFamily="34" charset="0"/>
                <a:ea typeface="ＭＳ Ｐゴシック" pitchFamily="34" charset="-128"/>
              </a:rPr>
              <a:t>Slide subtitle</a:t>
            </a:r>
            <a:r>
              <a:rPr lang="en-US" altLang="zh-CN" sz="1600" b="0" dirty="0">
                <a:solidFill>
                  <a:srgbClr val="FFFFFF"/>
                </a:solidFill>
                <a:latin typeface="FrutigerNext LT Regular" pitchFamily="34" charset="0"/>
                <a:ea typeface="华文细黑" pitchFamily="2" charset="-122"/>
              </a:rPr>
              <a:t>: 24pt</a:t>
            </a:r>
          </a:p>
          <a:p>
            <a:pPr algn="r" defTabSz="784068" eaLnBrk="0" fontAlgn="auto" hangingPunct="0">
              <a:lnSpc>
                <a:spcPct val="125000"/>
              </a:lnSpc>
              <a:spcBef>
                <a:spcPts val="0"/>
              </a:spcBef>
              <a:spcAft>
                <a:spcPts val="0"/>
              </a:spcAft>
              <a:buClrTx/>
              <a:buFontTx/>
              <a:buNone/>
              <a:defRPr/>
            </a:pPr>
            <a:r>
              <a:rPr lang="en-US" altLang="zh-CN" sz="1600" b="0" dirty="0">
                <a:solidFill>
                  <a:srgbClr val="FFFFFF"/>
                </a:solidFill>
                <a:latin typeface="FrutigerNext LT Regular" pitchFamily="34" charset="0"/>
                <a:ea typeface="ＭＳ Ｐゴシック" pitchFamily="34" charset="-128"/>
              </a:rPr>
              <a:t>Copy text: 20-32pt</a:t>
            </a:r>
          </a:p>
          <a:p>
            <a:pPr algn="r" defTabSz="784068" eaLnBrk="0" fontAlgn="auto" hangingPunct="0">
              <a:lnSpc>
                <a:spcPct val="125000"/>
              </a:lnSpc>
              <a:spcBef>
                <a:spcPts val="0"/>
              </a:spcBef>
              <a:spcAft>
                <a:spcPts val="0"/>
              </a:spcAft>
              <a:buClrTx/>
              <a:buFontTx/>
              <a:buNone/>
              <a:defRPr/>
            </a:pPr>
            <a:r>
              <a:rPr lang="en-US" altLang="zh-CN" sz="1600" b="0" dirty="0">
                <a:solidFill>
                  <a:srgbClr val="FFFFFF"/>
                </a:solidFill>
                <a:latin typeface="FrutigerNext LT Regular" pitchFamily="34" charset="0"/>
                <a:ea typeface="华文细黑" pitchFamily="2" charset="-122"/>
              </a:rPr>
              <a:t>Color: black</a:t>
            </a:r>
          </a:p>
          <a:p>
            <a:pPr algn="r" defTabSz="784068" eaLnBrk="0" fontAlgn="auto" hangingPunct="0">
              <a:lnSpc>
                <a:spcPct val="125000"/>
              </a:lnSpc>
              <a:spcBef>
                <a:spcPts val="0"/>
              </a:spcBef>
              <a:spcAft>
                <a:spcPts val="0"/>
              </a:spcAft>
              <a:buClrTx/>
              <a:buFontTx/>
              <a:buNone/>
              <a:defRPr/>
            </a:pPr>
            <a:r>
              <a:rPr lang="zh-CN" altLang="en-US" sz="1600" b="0" dirty="0">
                <a:solidFill>
                  <a:srgbClr val="FFFFFF"/>
                </a:solidFill>
                <a:latin typeface="FrutigerNext LT Regular" pitchFamily="34" charset="0"/>
                <a:ea typeface="ＭＳ Ｐゴシック" pitchFamily="34" charset="-128"/>
              </a:rPr>
              <a:t> </a:t>
            </a:r>
            <a:r>
              <a:rPr lang="en-US" altLang="zh-CN" sz="1600" b="0" dirty="0">
                <a:solidFill>
                  <a:srgbClr val="FFFFFF"/>
                </a:solidFill>
                <a:latin typeface="FrutigerNext LT Regular" pitchFamily="34" charset="0"/>
                <a:ea typeface="ＭＳ Ｐゴシック" pitchFamily="34" charset="-128"/>
              </a:rPr>
              <a:t>Corporate Font</a:t>
            </a:r>
            <a:r>
              <a:rPr lang="en-US" altLang="zh-CN" sz="1600" b="0" dirty="0">
                <a:solidFill>
                  <a:srgbClr val="FFFFFF"/>
                </a:solidFill>
                <a:latin typeface="FrutigerNext LT Regular" pitchFamily="34" charset="0"/>
                <a:ea typeface="华文细黑" pitchFamily="2" charset="-122"/>
              </a:rPr>
              <a:t>: </a:t>
            </a:r>
            <a:r>
              <a:rPr lang="en-US" altLang="zh-CN" sz="1600" b="0" dirty="0">
                <a:solidFill>
                  <a:srgbClr val="FFFFFF"/>
                </a:solidFill>
                <a:latin typeface="FrutigerNext LT Regular" pitchFamily="34" charset="0"/>
                <a:ea typeface="ＭＳ Ｐゴシック" pitchFamily="34" charset="-128"/>
              </a:rPr>
              <a:t>Arial</a:t>
            </a:r>
          </a:p>
        </p:txBody>
      </p:sp>
      <p:sp>
        <p:nvSpPr>
          <p:cNvPr id="12" name="Text Box 81"/>
          <p:cNvSpPr txBox="1">
            <a:spLocks noChangeArrowheads="1"/>
          </p:cNvSpPr>
          <p:nvPr userDrawn="1"/>
        </p:nvSpPr>
        <p:spPr bwMode="auto">
          <a:xfrm>
            <a:off x="12477029" y="398"/>
            <a:ext cx="3240782" cy="694501"/>
          </a:xfrm>
          <a:prstGeom prst="rect">
            <a:avLst/>
          </a:prstGeom>
          <a:noFill/>
          <a:ln w="9525" algn="ctr">
            <a:noFill/>
            <a:miter lim="800000"/>
            <a:headEnd/>
            <a:tailEnd/>
          </a:ln>
          <a:effectLst/>
        </p:spPr>
        <p:txBody>
          <a:bodyPr wrap="square" lIns="78327" tIns="39163" rIns="78327" bIns="39163">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defTabSz="784068" eaLnBrk="0" fontAlgn="auto" hangingPunct="0">
              <a:lnSpc>
                <a:spcPct val="125000"/>
              </a:lnSpc>
              <a:spcBef>
                <a:spcPts val="0"/>
              </a:spcBef>
              <a:spcAft>
                <a:spcPts val="0"/>
              </a:spcAft>
              <a:buClrTx/>
              <a:buFontTx/>
              <a:buNone/>
              <a:defRPr/>
            </a:pPr>
            <a:r>
              <a:rPr lang="en-US" altLang="zh-CN" sz="1600" b="0" dirty="0">
                <a:solidFill>
                  <a:srgbClr val="FFFFFF"/>
                </a:solidFill>
                <a:latin typeface="FrutigerNext LT Regular" pitchFamily="34" charset="0"/>
                <a:ea typeface="ＭＳ Ｐゴシック" pitchFamily="34" charset="-128"/>
              </a:rPr>
              <a:t>Top right corner for field-mark, customer or partner logotypes.</a:t>
            </a:r>
          </a:p>
        </p:txBody>
      </p:sp>
      <p:sp>
        <p:nvSpPr>
          <p:cNvPr id="28" name="Text Box 81"/>
          <p:cNvSpPr txBox="1">
            <a:spLocks noChangeArrowheads="1"/>
          </p:cNvSpPr>
          <p:nvPr userDrawn="1"/>
        </p:nvSpPr>
        <p:spPr bwMode="auto">
          <a:xfrm>
            <a:off x="12520793" y="909304"/>
            <a:ext cx="3676383" cy="2294569"/>
          </a:xfrm>
          <a:prstGeom prst="rect">
            <a:avLst/>
          </a:prstGeom>
          <a:noFill/>
          <a:ln w="9525" algn="ctr">
            <a:noFill/>
            <a:miter lim="800000"/>
            <a:headEnd/>
            <a:tailEnd/>
          </a:ln>
          <a:effectLst/>
        </p:spPr>
        <p:txBody>
          <a:bodyPr wrap="square" lIns="78327" tIns="39163" rIns="78327" bIns="39163">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marL="215957" indent="-215957" defTabSz="784068" eaLnBrk="0" fontAlgn="auto" hangingPunct="0">
              <a:spcBef>
                <a:spcPts val="0"/>
              </a:spcBef>
              <a:spcAft>
                <a:spcPts val="0"/>
              </a:spcAft>
              <a:buClrTx/>
              <a:buFont typeface="Arial" panose="020B0604020202020204" pitchFamily="34" charset="0"/>
              <a:buChar char="•"/>
              <a:defRPr/>
            </a:pPr>
            <a:r>
              <a:rPr lang="en-US" altLang="zh-CN" sz="1600" b="0" dirty="0">
                <a:solidFill>
                  <a:srgbClr val="FFFFFF"/>
                </a:solidFill>
                <a:latin typeface="FrutigerNext LT Regular" pitchFamily="34" charset="0"/>
                <a:ea typeface="ＭＳ Ｐゴシック" pitchFamily="34" charset="-128"/>
              </a:rPr>
              <a:t>The ten standard colors below are allowed.</a:t>
            </a:r>
          </a:p>
          <a:p>
            <a:pPr marL="215957" indent="-215957" defTabSz="784068" eaLnBrk="0" fontAlgn="auto" hangingPunct="0">
              <a:spcBef>
                <a:spcPts val="0"/>
              </a:spcBef>
              <a:spcAft>
                <a:spcPts val="0"/>
              </a:spcAft>
              <a:buClrTx/>
              <a:buFont typeface="Arial" panose="020B0604020202020204" pitchFamily="34" charset="0"/>
              <a:buChar char="•"/>
              <a:defRPr/>
            </a:pPr>
            <a:r>
              <a:rPr lang="en-US" altLang="zh-CN" sz="1600" b="0" dirty="0">
                <a:solidFill>
                  <a:srgbClr val="FFFFFF"/>
                </a:solidFill>
                <a:latin typeface="FrutigerNext LT Regular" pitchFamily="34" charset="0"/>
                <a:ea typeface="ＭＳ Ｐゴシック" pitchFamily="34" charset="-128"/>
              </a:rPr>
              <a:t>The colors should be used to be consistent with the structure and understanding of the content along the whole presentation.</a:t>
            </a:r>
          </a:p>
          <a:p>
            <a:pPr marL="215957" indent="-215957" defTabSz="784068" eaLnBrk="0" fontAlgn="auto" hangingPunct="0">
              <a:spcBef>
                <a:spcPts val="0"/>
              </a:spcBef>
              <a:spcAft>
                <a:spcPts val="0"/>
              </a:spcAft>
              <a:buClrTx/>
              <a:buFont typeface="Arial" panose="020B0604020202020204" pitchFamily="34" charset="0"/>
              <a:buChar char="•"/>
              <a:defRPr/>
            </a:pPr>
            <a:r>
              <a:rPr lang="en-US" altLang="zh-CN" sz="1600" b="0" dirty="0">
                <a:solidFill>
                  <a:srgbClr val="FFFFFF"/>
                </a:solidFill>
                <a:latin typeface="FrutigerNext LT Regular" pitchFamily="34" charset="0"/>
                <a:ea typeface="ＭＳ Ｐゴシック" pitchFamily="34" charset="-128"/>
              </a:rPr>
              <a:t>Do not use more and different colors in single slide.</a:t>
            </a:r>
          </a:p>
          <a:p>
            <a:pPr defTabSz="784068" eaLnBrk="0" fontAlgn="auto" hangingPunct="0">
              <a:spcBef>
                <a:spcPts val="0"/>
              </a:spcBef>
              <a:spcAft>
                <a:spcPts val="0"/>
              </a:spcAft>
              <a:buClrTx/>
              <a:buFontTx/>
              <a:buNone/>
              <a:defRPr/>
            </a:pPr>
            <a:r>
              <a:rPr lang="en-US" altLang="zh-CN" sz="1600" b="0" dirty="0">
                <a:solidFill>
                  <a:srgbClr val="FFFFFF"/>
                </a:solidFill>
                <a:latin typeface="FrutigerNext LT Regular" pitchFamily="34" charset="0"/>
                <a:ea typeface="ＭＳ Ｐゴシック" pitchFamily="34" charset="-128"/>
              </a:rPr>
              <a:t> </a:t>
            </a:r>
          </a:p>
        </p:txBody>
      </p:sp>
      <p:grpSp>
        <p:nvGrpSpPr>
          <p:cNvPr id="29" name="组合 28"/>
          <p:cNvGrpSpPr/>
          <p:nvPr userDrawn="1"/>
        </p:nvGrpSpPr>
        <p:grpSpPr>
          <a:xfrm>
            <a:off x="12668332" y="3285018"/>
            <a:ext cx="1150066" cy="2874114"/>
            <a:chOff x="7770786" y="8619830"/>
            <a:chExt cx="928124" cy="2320305"/>
          </a:xfrm>
        </p:grpSpPr>
        <p:sp>
          <p:nvSpPr>
            <p:cNvPr id="30" name="矩形 29"/>
            <p:cNvSpPr/>
            <p:nvPr userDrawn="1"/>
          </p:nvSpPr>
          <p:spPr>
            <a:xfrm>
              <a:off x="7770786" y="8619830"/>
              <a:ext cx="464062" cy="464061"/>
            </a:xfrm>
            <a:prstGeom prst="rect">
              <a:avLst/>
            </a:prstGeom>
            <a:solidFill>
              <a:srgbClr val="F66F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fontAlgn="auto">
                <a:spcBef>
                  <a:spcPts val="0"/>
                </a:spcBef>
                <a:spcAft>
                  <a:spcPts val="0"/>
                </a:spcAft>
                <a:buClrTx/>
                <a:buFontTx/>
                <a:buNone/>
              </a:pPr>
              <a:endParaRPr lang="zh-CN" altLang="en-US" sz="2400" b="0">
                <a:solidFill>
                  <a:prstClr val="white"/>
                </a:solidFill>
              </a:endParaRPr>
            </a:p>
          </p:txBody>
        </p:sp>
        <p:sp>
          <p:nvSpPr>
            <p:cNvPr id="31" name="矩形 30"/>
            <p:cNvSpPr/>
            <p:nvPr userDrawn="1"/>
          </p:nvSpPr>
          <p:spPr>
            <a:xfrm>
              <a:off x="8234848" y="8619830"/>
              <a:ext cx="464062" cy="464061"/>
            </a:xfrm>
            <a:prstGeom prst="rect">
              <a:avLst/>
            </a:prstGeom>
            <a:solidFill>
              <a:srgbClr val="15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fontAlgn="auto">
                <a:spcBef>
                  <a:spcPts val="0"/>
                </a:spcBef>
                <a:spcAft>
                  <a:spcPts val="0"/>
                </a:spcAft>
                <a:buClrTx/>
                <a:buFontTx/>
                <a:buNone/>
              </a:pPr>
              <a:endParaRPr lang="zh-CN" altLang="en-US" sz="2400" b="0">
                <a:solidFill>
                  <a:prstClr val="white"/>
                </a:solidFill>
              </a:endParaRPr>
            </a:p>
          </p:txBody>
        </p:sp>
        <p:sp>
          <p:nvSpPr>
            <p:cNvPr id="32" name="矩形 31"/>
            <p:cNvSpPr/>
            <p:nvPr userDrawn="1"/>
          </p:nvSpPr>
          <p:spPr>
            <a:xfrm>
              <a:off x="7770786" y="9083891"/>
              <a:ext cx="464062" cy="464061"/>
            </a:xfrm>
            <a:prstGeom prst="rect">
              <a:avLst/>
            </a:prstGeom>
            <a:solidFill>
              <a:srgbClr val="F7A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fontAlgn="auto">
                <a:spcBef>
                  <a:spcPts val="0"/>
                </a:spcBef>
                <a:spcAft>
                  <a:spcPts val="0"/>
                </a:spcAft>
                <a:buClrTx/>
                <a:buFontTx/>
                <a:buNone/>
              </a:pPr>
              <a:endParaRPr lang="zh-CN" altLang="en-US" sz="2400" b="0">
                <a:solidFill>
                  <a:prstClr val="white"/>
                </a:solidFill>
              </a:endParaRPr>
            </a:p>
          </p:txBody>
        </p:sp>
        <p:sp>
          <p:nvSpPr>
            <p:cNvPr id="33" name="矩形 32"/>
            <p:cNvSpPr/>
            <p:nvPr userDrawn="1"/>
          </p:nvSpPr>
          <p:spPr>
            <a:xfrm>
              <a:off x="8234848" y="9083891"/>
              <a:ext cx="464062" cy="464061"/>
            </a:xfrm>
            <a:prstGeom prst="rect">
              <a:avLst/>
            </a:prstGeom>
            <a:solidFill>
              <a:srgbClr val="59C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fontAlgn="auto">
                <a:spcBef>
                  <a:spcPts val="0"/>
                </a:spcBef>
                <a:spcAft>
                  <a:spcPts val="0"/>
                </a:spcAft>
                <a:buClrTx/>
                <a:buFontTx/>
                <a:buNone/>
              </a:pPr>
              <a:endParaRPr lang="zh-CN" altLang="en-US" sz="2400" b="0">
                <a:solidFill>
                  <a:prstClr val="white"/>
                </a:solidFill>
              </a:endParaRPr>
            </a:p>
          </p:txBody>
        </p:sp>
        <p:sp>
          <p:nvSpPr>
            <p:cNvPr id="34" name="矩形 33"/>
            <p:cNvSpPr/>
            <p:nvPr userDrawn="1"/>
          </p:nvSpPr>
          <p:spPr>
            <a:xfrm>
              <a:off x="7770786" y="9547952"/>
              <a:ext cx="464062" cy="464061"/>
            </a:xfrm>
            <a:prstGeom prst="rect">
              <a:avLst/>
            </a:prstGeom>
            <a:solidFill>
              <a:srgbClr val="FFD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fontAlgn="auto">
                <a:spcBef>
                  <a:spcPts val="0"/>
                </a:spcBef>
                <a:spcAft>
                  <a:spcPts val="0"/>
                </a:spcAft>
                <a:buClrTx/>
                <a:buFontTx/>
                <a:buNone/>
              </a:pPr>
              <a:endParaRPr lang="zh-CN" altLang="en-US" sz="2400" b="0">
                <a:solidFill>
                  <a:prstClr val="white"/>
                </a:solidFill>
              </a:endParaRPr>
            </a:p>
          </p:txBody>
        </p:sp>
        <p:sp>
          <p:nvSpPr>
            <p:cNvPr id="35" name="矩形 34"/>
            <p:cNvSpPr/>
            <p:nvPr userDrawn="1"/>
          </p:nvSpPr>
          <p:spPr>
            <a:xfrm>
              <a:off x="8234848" y="9547952"/>
              <a:ext cx="464062" cy="464061"/>
            </a:xfrm>
            <a:prstGeom prst="rect">
              <a:avLst/>
            </a:prstGeom>
            <a:solidFill>
              <a:srgbClr val="84D0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fontAlgn="auto">
                <a:spcBef>
                  <a:spcPts val="0"/>
                </a:spcBef>
                <a:spcAft>
                  <a:spcPts val="0"/>
                </a:spcAft>
                <a:buClrTx/>
                <a:buFontTx/>
                <a:buNone/>
              </a:pPr>
              <a:endParaRPr lang="zh-CN" altLang="en-US" sz="2400" b="0">
                <a:solidFill>
                  <a:prstClr val="white"/>
                </a:solidFill>
              </a:endParaRPr>
            </a:p>
          </p:txBody>
        </p:sp>
        <p:sp>
          <p:nvSpPr>
            <p:cNvPr id="36" name="矩形 35"/>
            <p:cNvSpPr/>
            <p:nvPr userDrawn="1"/>
          </p:nvSpPr>
          <p:spPr>
            <a:xfrm>
              <a:off x="7770786" y="10012013"/>
              <a:ext cx="464062" cy="464061"/>
            </a:xfrm>
            <a:prstGeom prst="rect">
              <a:avLst/>
            </a:prstGeom>
            <a:solidFill>
              <a:srgbClr val="FF0000"/>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fontAlgn="auto">
                <a:spcBef>
                  <a:spcPts val="0"/>
                </a:spcBef>
                <a:spcAft>
                  <a:spcPts val="0"/>
                </a:spcAft>
                <a:buClrTx/>
                <a:buFontTx/>
                <a:buNone/>
              </a:pPr>
              <a:endParaRPr lang="zh-CN" altLang="en-US" sz="2400" b="0" dirty="0">
                <a:solidFill>
                  <a:prstClr val="black"/>
                </a:solidFill>
              </a:endParaRPr>
            </a:p>
          </p:txBody>
        </p:sp>
        <p:sp>
          <p:nvSpPr>
            <p:cNvPr id="37" name="矩形 36"/>
            <p:cNvSpPr/>
            <p:nvPr userDrawn="1"/>
          </p:nvSpPr>
          <p:spPr>
            <a:xfrm>
              <a:off x="8234848" y="10012013"/>
              <a:ext cx="464062" cy="464061"/>
            </a:xfrm>
            <a:prstGeom prst="rect">
              <a:avLst/>
            </a:prstGeom>
            <a:solidFill>
              <a:schemeClr val="tx1"/>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fontAlgn="auto">
                <a:spcBef>
                  <a:spcPts val="0"/>
                </a:spcBef>
                <a:spcAft>
                  <a:spcPts val="0"/>
                </a:spcAft>
                <a:buClrTx/>
                <a:buFontTx/>
                <a:buNone/>
              </a:pPr>
              <a:endParaRPr lang="zh-CN" altLang="en-US" sz="2400" b="0">
                <a:solidFill>
                  <a:prstClr val="black"/>
                </a:solidFill>
              </a:endParaRPr>
            </a:p>
          </p:txBody>
        </p:sp>
        <p:sp>
          <p:nvSpPr>
            <p:cNvPr id="38" name="矩形 37"/>
            <p:cNvSpPr/>
            <p:nvPr userDrawn="1"/>
          </p:nvSpPr>
          <p:spPr>
            <a:xfrm>
              <a:off x="7770786" y="10476074"/>
              <a:ext cx="464062" cy="464061"/>
            </a:xfrm>
            <a:prstGeom prst="rect">
              <a:avLst/>
            </a:prstGeom>
            <a:solidFill>
              <a:srgbClr val="CCCCCC"/>
            </a:solidFill>
            <a:ln w="9525">
              <a:noFill/>
              <a:miter lim="800000"/>
              <a:headEnd/>
              <a:tailEnd/>
            </a:ln>
            <a:effectLst/>
          </p:spPr>
          <p:txBody>
            <a:bodyPr wrap="none" anchor="ct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fontAlgn="auto">
                <a:spcBef>
                  <a:spcPts val="0"/>
                </a:spcBef>
                <a:spcAft>
                  <a:spcPts val="0"/>
                </a:spcAft>
                <a:buClrTx/>
                <a:buFontTx/>
                <a:buNone/>
              </a:pPr>
              <a:endParaRPr lang="zh-CN" altLang="en-US" sz="2400" b="0">
                <a:solidFill>
                  <a:prstClr val="black"/>
                </a:solidFill>
              </a:endParaRPr>
            </a:p>
          </p:txBody>
        </p:sp>
        <p:sp>
          <p:nvSpPr>
            <p:cNvPr id="39" name="矩形 38"/>
            <p:cNvSpPr/>
            <p:nvPr userDrawn="1"/>
          </p:nvSpPr>
          <p:spPr>
            <a:xfrm>
              <a:off x="8234848" y="10476074"/>
              <a:ext cx="464062" cy="46406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1219272" rtl="0" eaLnBrk="1" latinLnBrk="0" hangingPunct="1">
                <a:defRPr sz="2400" kern="1200">
                  <a:solidFill>
                    <a:schemeClr val="lt1"/>
                  </a:solidFill>
                  <a:latin typeface="+mn-lt"/>
                  <a:ea typeface="+mn-ea"/>
                  <a:cs typeface="+mn-cs"/>
                </a:defRPr>
              </a:lvl1pPr>
              <a:lvl2pPr marL="609636" algn="l" defTabSz="1219272" rtl="0" eaLnBrk="1" latinLnBrk="0" hangingPunct="1">
                <a:defRPr sz="2400" kern="1200">
                  <a:solidFill>
                    <a:schemeClr val="lt1"/>
                  </a:solidFill>
                  <a:latin typeface="+mn-lt"/>
                  <a:ea typeface="+mn-ea"/>
                  <a:cs typeface="+mn-cs"/>
                </a:defRPr>
              </a:lvl2pPr>
              <a:lvl3pPr marL="1219272" algn="l" defTabSz="1219272" rtl="0" eaLnBrk="1" latinLnBrk="0" hangingPunct="1">
                <a:defRPr sz="2400" kern="1200">
                  <a:solidFill>
                    <a:schemeClr val="lt1"/>
                  </a:solidFill>
                  <a:latin typeface="+mn-lt"/>
                  <a:ea typeface="+mn-ea"/>
                  <a:cs typeface="+mn-cs"/>
                </a:defRPr>
              </a:lvl3pPr>
              <a:lvl4pPr marL="1828908" algn="l" defTabSz="1219272" rtl="0" eaLnBrk="1" latinLnBrk="0" hangingPunct="1">
                <a:defRPr sz="2400" kern="1200">
                  <a:solidFill>
                    <a:schemeClr val="lt1"/>
                  </a:solidFill>
                  <a:latin typeface="+mn-lt"/>
                  <a:ea typeface="+mn-ea"/>
                  <a:cs typeface="+mn-cs"/>
                </a:defRPr>
              </a:lvl4pPr>
              <a:lvl5pPr marL="2438545" algn="l" defTabSz="1219272" rtl="0" eaLnBrk="1" latinLnBrk="0" hangingPunct="1">
                <a:defRPr sz="2400" kern="1200">
                  <a:solidFill>
                    <a:schemeClr val="lt1"/>
                  </a:solidFill>
                  <a:latin typeface="+mn-lt"/>
                  <a:ea typeface="+mn-ea"/>
                  <a:cs typeface="+mn-cs"/>
                </a:defRPr>
              </a:lvl5pPr>
              <a:lvl6pPr marL="3048180" algn="l" defTabSz="1219272" rtl="0" eaLnBrk="1" latinLnBrk="0" hangingPunct="1">
                <a:defRPr sz="2400" kern="1200">
                  <a:solidFill>
                    <a:schemeClr val="lt1"/>
                  </a:solidFill>
                  <a:latin typeface="+mn-lt"/>
                  <a:ea typeface="+mn-ea"/>
                  <a:cs typeface="+mn-cs"/>
                </a:defRPr>
              </a:lvl6pPr>
              <a:lvl7pPr marL="3657816" algn="l" defTabSz="1219272" rtl="0" eaLnBrk="1" latinLnBrk="0" hangingPunct="1">
                <a:defRPr sz="2400" kern="1200">
                  <a:solidFill>
                    <a:schemeClr val="lt1"/>
                  </a:solidFill>
                  <a:latin typeface="+mn-lt"/>
                  <a:ea typeface="+mn-ea"/>
                  <a:cs typeface="+mn-cs"/>
                </a:defRPr>
              </a:lvl7pPr>
              <a:lvl8pPr marL="4267452" algn="l" defTabSz="1219272" rtl="0" eaLnBrk="1" latinLnBrk="0" hangingPunct="1">
                <a:defRPr sz="2400" kern="1200">
                  <a:solidFill>
                    <a:schemeClr val="lt1"/>
                  </a:solidFill>
                  <a:latin typeface="+mn-lt"/>
                  <a:ea typeface="+mn-ea"/>
                  <a:cs typeface="+mn-cs"/>
                </a:defRPr>
              </a:lvl8pPr>
              <a:lvl9pPr marL="4877087" algn="l" defTabSz="1219272" rtl="0" eaLnBrk="1" latinLnBrk="0" hangingPunct="1">
                <a:defRPr sz="2400" kern="1200">
                  <a:solidFill>
                    <a:schemeClr val="lt1"/>
                  </a:solidFill>
                  <a:latin typeface="+mn-lt"/>
                  <a:ea typeface="+mn-ea"/>
                  <a:cs typeface="+mn-cs"/>
                </a:defRPr>
              </a:lvl9pPr>
            </a:lstStyle>
            <a:p>
              <a:pPr algn="ctr" fontAlgn="auto">
                <a:spcBef>
                  <a:spcPts val="0"/>
                </a:spcBef>
                <a:spcAft>
                  <a:spcPts val="0"/>
                </a:spcAft>
                <a:buClrTx/>
                <a:buFontTx/>
                <a:buNone/>
              </a:pPr>
              <a:endParaRPr lang="zh-CN" altLang="en-US" sz="2400" b="0">
                <a:solidFill>
                  <a:prstClr val="white"/>
                </a:solidFill>
              </a:endParaRPr>
            </a:p>
          </p:txBody>
        </p:sp>
      </p:grpSp>
    </p:spTree>
    <p:extLst>
      <p:ext uri="{BB962C8B-B14F-4D97-AF65-F5344CB8AC3E}">
        <p14:creationId xmlns:p14="http://schemas.microsoft.com/office/powerpoint/2010/main" val="903481864"/>
      </p:ext>
    </p:extLst>
  </p:cSld>
  <p:clrMap bg1="lt1" tx1="dk1" bg2="lt2" tx2="dk2" accent1="accent1" accent2="accent2" accent3="accent3" accent4="accent4" accent5="accent5" accent6="accent6" hlink="hlink" folHlink="folHlink"/>
  <p:sldLayoutIdLst>
    <p:sldLayoutId id="2147483945" r:id="rId1"/>
    <p:sldLayoutId id="2147483946" r:id="rId2"/>
  </p:sldLayoutIdLst>
  <p:txStyles>
    <p:titleStyle>
      <a:lvl1pPr algn="ctr" defTabSz="1219200" rtl="0" eaLnBrk="1" latinLnBrk="0" hangingPunct="1">
        <a:spcBef>
          <a:spcPct val="0"/>
        </a:spcBef>
        <a:buNone/>
        <a:defRPr sz="5899"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itchFamily="34" charset="0"/>
        <a:buChar char="•"/>
        <a:defRPr sz="4299" kern="1200">
          <a:solidFill>
            <a:schemeClr val="tx1"/>
          </a:solidFill>
          <a:latin typeface="+mn-lt"/>
          <a:ea typeface="+mn-ea"/>
          <a:cs typeface="+mn-cs"/>
        </a:defRPr>
      </a:lvl1pPr>
      <a:lvl2pPr marL="990600" indent="-381000" algn="l" defTabSz="1219200" rtl="0" eaLnBrk="1" latinLnBrk="0" hangingPunct="1">
        <a:spcBef>
          <a:spcPct val="20000"/>
        </a:spcBef>
        <a:buFont typeface="Arial" pitchFamily="34" charset="0"/>
        <a:buChar char="–"/>
        <a:defRPr sz="3699" kern="1200">
          <a:solidFill>
            <a:schemeClr val="tx1"/>
          </a:solidFill>
          <a:latin typeface="+mn-lt"/>
          <a:ea typeface="+mn-ea"/>
          <a:cs typeface="+mn-cs"/>
        </a:defRPr>
      </a:lvl2pPr>
      <a:lvl3pPr marL="1524000" indent="-304800" algn="l" defTabSz="1219200" rtl="0" eaLnBrk="1" latinLnBrk="0" hangingPunct="1">
        <a:spcBef>
          <a:spcPct val="20000"/>
        </a:spcBef>
        <a:buFont typeface="Arial" pitchFamily="34" charset="0"/>
        <a:buChar char="•"/>
        <a:defRPr sz="3199" kern="1200">
          <a:solidFill>
            <a:schemeClr val="tx1"/>
          </a:solidFill>
          <a:latin typeface="+mn-lt"/>
          <a:ea typeface="+mn-ea"/>
          <a:cs typeface="+mn-cs"/>
        </a:defRPr>
      </a:lvl3pPr>
      <a:lvl4pPr marL="2133600"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4pPr>
      <a:lvl5pPr marL="2743200"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5pPr>
      <a:lvl6pPr marL="3352800"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6pPr>
      <a:lvl7pPr marL="3962399"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7pPr>
      <a:lvl8pPr marL="4571999"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8pPr>
      <a:lvl9pPr marL="5181599"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199" algn="l" defTabSz="1219200" rtl="0" eaLnBrk="1" latinLnBrk="0" hangingPunct="1">
        <a:defRPr sz="2400" kern="1200">
          <a:solidFill>
            <a:schemeClr val="tx1"/>
          </a:solidFill>
          <a:latin typeface="+mn-lt"/>
          <a:ea typeface="+mn-ea"/>
          <a:cs typeface="+mn-cs"/>
        </a:defRPr>
      </a:lvl8pPr>
      <a:lvl9pPr marL="4876799"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361732"/>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9"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3" y="6402810"/>
            <a:ext cx="499729" cy="138499"/>
          </a:xfrm>
          <a:prstGeom prst="rect">
            <a:avLst/>
          </a:prstGeom>
          <a:noFill/>
        </p:spPr>
        <p:txBody>
          <a:bodyPr wrap="square" lIns="0" tIns="0" rIns="0" bIns="0" rtlCol="0">
            <a:spAutoFit/>
          </a:bodyPr>
          <a:lstStyle/>
          <a:p>
            <a:pPr marL="0" marR="0" lvl="0" indent="0" algn="l" defTabSz="890137"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137"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93"/>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750775210"/>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8" r:id="rId6"/>
  </p:sldLayoutIdLst>
  <p:hf hdr="0" ftr="0" dt="0"/>
  <p:txStyles>
    <p:titleStyle>
      <a:lvl1pPr algn="l" defTabSz="1186848" rtl="0" eaLnBrk="1" latinLnBrk="0" hangingPunct="1">
        <a:lnSpc>
          <a:spcPct val="90000"/>
        </a:lnSpc>
        <a:spcBef>
          <a:spcPct val="0"/>
        </a:spcBef>
        <a:buNone/>
        <a:defRPr sz="5712" kern="1200">
          <a:solidFill>
            <a:schemeClr val="tx1"/>
          </a:solidFill>
          <a:latin typeface="+mj-lt"/>
          <a:ea typeface="+mj-ea"/>
          <a:cs typeface="+mj-cs"/>
        </a:defRPr>
      </a:lvl1pPr>
    </p:titleStyle>
    <p:bodyStyle>
      <a:lvl1pPr marL="296712" indent="-296712" algn="l" defTabSz="1186848" rtl="0" eaLnBrk="1" latinLnBrk="0" hangingPunct="1">
        <a:lnSpc>
          <a:spcPct val="90000"/>
        </a:lnSpc>
        <a:spcBef>
          <a:spcPts val="1297"/>
        </a:spcBef>
        <a:buFont typeface="Arial" panose="020B0604020202020204" pitchFamily="34" charset="0"/>
        <a:buChar char="•"/>
        <a:defRPr sz="3634" kern="1200">
          <a:solidFill>
            <a:schemeClr val="tx1"/>
          </a:solidFill>
          <a:latin typeface="+mn-lt"/>
          <a:ea typeface="+mn-ea"/>
          <a:cs typeface="+mn-cs"/>
        </a:defRPr>
      </a:lvl1pPr>
      <a:lvl2pPr marL="890137" indent="-296712" algn="l" defTabSz="1186848" rtl="0" eaLnBrk="1" latinLnBrk="0" hangingPunct="1">
        <a:lnSpc>
          <a:spcPct val="90000"/>
        </a:lnSpc>
        <a:spcBef>
          <a:spcPts val="650"/>
        </a:spcBef>
        <a:buFont typeface="Arial" panose="020B0604020202020204" pitchFamily="34" charset="0"/>
        <a:buChar char="•"/>
        <a:defRPr sz="3116" kern="1200">
          <a:solidFill>
            <a:schemeClr val="tx1"/>
          </a:solidFill>
          <a:latin typeface="+mn-lt"/>
          <a:ea typeface="+mn-ea"/>
          <a:cs typeface="+mn-cs"/>
        </a:defRPr>
      </a:lvl2pPr>
      <a:lvl3pPr marL="1483560" indent="-296712" algn="l" defTabSz="1186848" rtl="0" eaLnBrk="1" latinLnBrk="0" hangingPunct="1">
        <a:lnSpc>
          <a:spcPct val="90000"/>
        </a:lnSpc>
        <a:spcBef>
          <a:spcPts val="650"/>
        </a:spcBef>
        <a:buFont typeface="Arial" panose="020B0604020202020204" pitchFamily="34" charset="0"/>
        <a:buChar char="•"/>
        <a:defRPr sz="2596" kern="1200">
          <a:solidFill>
            <a:schemeClr val="tx1"/>
          </a:solidFill>
          <a:latin typeface="+mn-lt"/>
          <a:ea typeface="+mn-ea"/>
          <a:cs typeface="+mn-cs"/>
        </a:defRPr>
      </a:lvl3pPr>
      <a:lvl4pPr marL="2076986"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4pPr>
      <a:lvl5pPr marL="2670409"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5pPr>
      <a:lvl6pPr marL="3263834"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6pPr>
      <a:lvl7pPr marL="3857258"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7pPr>
      <a:lvl8pPr marL="4450682"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8pPr>
      <a:lvl9pPr marL="5044107"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9pPr>
    </p:bodyStyle>
    <p:otherStyle>
      <a:defPPr>
        <a:defRPr lang="en-US"/>
      </a:defPPr>
      <a:lvl1pPr marL="0" algn="l" defTabSz="1186848" rtl="0" eaLnBrk="1" latinLnBrk="0" hangingPunct="1">
        <a:defRPr sz="2336" kern="1200">
          <a:solidFill>
            <a:schemeClr val="tx1"/>
          </a:solidFill>
          <a:latin typeface="+mn-lt"/>
          <a:ea typeface="+mn-ea"/>
          <a:cs typeface="+mn-cs"/>
        </a:defRPr>
      </a:lvl1pPr>
      <a:lvl2pPr marL="593425" algn="l" defTabSz="1186848" rtl="0" eaLnBrk="1" latinLnBrk="0" hangingPunct="1">
        <a:defRPr sz="2336" kern="1200">
          <a:solidFill>
            <a:schemeClr val="tx1"/>
          </a:solidFill>
          <a:latin typeface="+mn-lt"/>
          <a:ea typeface="+mn-ea"/>
          <a:cs typeface="+mn-cs"/>
        </a:defRPr>
      </a:lvl2pPr>
      <a:lvl3pPr marL="1186848" algn="l" defTabSz="1186848" rtl="0" eaLnBrk="1" latinLnBrk="0" hangingPunct="1">
        <a:defRPr sz="2336" kern="1200">
          <a:solidFill>
            <a:schemeClr val="tx1"/>
          </a:solidFill>
          <a:latin typeface="+mn-lt"/>
          <a:ea typeface="+mn-ea"/>
          <a:cs typeface="+mn-cs"/>
        </a:defRPr>
      </a:lvl3pPr>
      <a:lvl4pPr marL="1780274" algn="l" defTabSz="1186848" rtl="0" eaLnBrk="1" latinLnBrk="0" hangingPunct="1">
        <a:defRPr sz="2336" kern="1200">
          <a:solidFill>
            <a:schemeClr val="tx1"/>
          </a:solidFill>
          <a:latin typeface="+mn-lt"/>
          <a:ea typeface="+mn-ea"/>
          <a:cs typeface="+mn-cs"/>
        </a:defRPr>
      </a:lvl4pPr>
      <a:lvl5pPr marL="2373698" algn="l" defTabSz="1186848" rtl="0" eaLnBrk="1" latinLnBrk="0" hangingPunct="1">
        <a:defRPr sz="2336" kern="1200">
          <a:solidFill>
            <a:schemeClr val="tx1"/>
          </a:solidFill>
          <a:latin typeface="+mn-lt"/>
          <a:ea typeface="+mn-ea"/>
          <a:cs typeface="+mn-cs"/>
        </a:defRPr>
      </a:lvl5pPr>
      <a:lvl6pPr marL="2967122" algn="l" defTabSz="1186848" rtl="0" eaLnBrk="1" latinLnBrk="0" hangingPunct="1">
        <a:defRPr sz="2336" kern="1200">
          <a:solidFill>
            <a:schemeClr val="tx1"/>
          </a:solidFill>
          <a:latin typeface="+mn-lt"/>
          <a:ea typeface="+mn-ea"/>
          <a:cs typeface="+mn-cs"/>
        </a:defRPr>
      </a:lvl6pPr>
      <a:lvl7pPr marL="3560546" algn="l" defTabSz="1186848" rtl="0" eaLnBrk="1" latinLnBrk="0" hangingPunct="1">
        <a:defRPr sz="2336" kern="1200">
          <a:solidFill>
            <a:schemeClr val="tx1"/>
          </a:solidFill>
          <a:latin typeface="+mn-lt"/>
          <a:ea typeface="+mn-ea"/>
          <a:cs typeface="+mn-cs"/>
        </a:defRPr>
      </a:lvl7pPr>
      <a:lvl8pPr marL="4153972" algn="l" defTabSz="1186848" rtl="0" eaLnBrk="1" latinLnBrk="0" hangingPunct="1">
        <a:defRPr sz="2336" kern="1200">
          <a:solidFill>
            <a:schemeClr val="tx1"/>
          </a:solidFill>
          <a:latin typeface="+mn-lt"/>
          <a:ea typeface="+mn-ea"/>
          <a:cs typeface="+mn-cs"/>
        </a:defRPr>
      </a:lvl8pPr>
      <a:lvl9pPr marL="4747395" algn="l" defTabSz="1186848" rtl="0" eaLnBrk="1" latinLnBrk="0" hangingPunct="1">
        <a:defRPr sz="2336"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38131F-E767-8C4B-9C7A-D10F13F75A5D}"/>
              </a:ext>
            </a:extLst>
          </p:cNvPr>
          <p:cNvSpPr>
            <a:spLocks noGrp="1"/>
          </p:cNvSpPr>
          <p:nvPr>
            <p:ph type="body" sz="quarter" idx="11"/>
          </p:nvPr>
        </p:nvSpPr>
        <p:spPr/>
        <p:txBody>
          <a:bodyPr/>
          <a:lstStyle/>
          <a:p>
            <a:r>
              <a:rPr kumimoji="1" lang="en-US" altLang="zh-CN" dirty="0"/>
              <a:t>Security Level:</a:t>
            </a:r>
            <a:endParaRPr lang="en-US" dirty="0"/>
          </a:p>
          <a:p>
            <a:endParaRPr lang="en-US" dirty="0"/>
          </a:p>
        </p:txBody>
      </p:sp>
      <p:sp>
        <p:nvSpPr>
          <p:cNvPr id="10" name="Title 4">
            <a:extLst>
              <a:ext uri="{FF2B5EF4-FFF2-40B4-BE49-F238E27FC236}">
                <a16:creationId xmlns:a16="http://schemas.microsoft.com/office/drawing/2014/main" id="{2DEC4BA9-EE42-4BB8-80B3-AD39059A096E}"/>
              </a:ext>
            </a:extLst>
          </p:cNvPr>
          <p:cNvSpPr txBox="1">
            <a:spLocks/>
          </p:cNvSpPr>
          <p:nvPr/>
        </p:nvSpPr>
        <p:spPr>
          <a:xfrm>
            <a:off x="-780556" y="-152616"/>
            <a:ext cx="12396294" cy="162515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200" b="0" i="0" kern="1200">
                <a:solidFill>
                  <a:schemeClr val="accent1"/>
                </a:solidFill>
                <a:latin typeface="+mj-lt"/>
                <a:ea typeface="+mj-ea"/>
                <a:cs typeface="Poppins" pitchFamily="2" charset="77"/>
              </a:defRPr>
            </a:lvl1pPr>
          </a:lstStyle>
          <a:p>
            <a:pPr algn="ctr">
              <a:defRPr/>
            </a:pPr>
            <a:endParaRPr lang="en-US" sz="4000" b="1" dirty="0">
              <a:solidFill>
                <a:srgbClr val="C00000"/>
              </a:solidFill>
              <a:latin typeface="+mn-lt"/>
              <a:ea typeface="+mn-ea"/>
              <a:cs typeface="+mn-cs"/>
            </a:endParaRPr>
          </a:p>
          <a:p>
            <a:pPr algn="ctr">
              <a:defRPr/>
            </a:pPr>
            <a:r>
              <a:rPr lang="en-US" sz="4000" b="1" kern="1200" dirty="0">
                <a:solidFill>
                  <a:srgbClr val="C00000"/>
                </a:solidFill>
                <a:effectLst/>
                <a:latin typeface="+mn-lt"/>
                <a:ea typeface="+mn-ea"/>
                <a:cs typeface="+mn-cs"/>
              </a:rPr>
              <a:t>ITU-T FG TIDA</a:t>
            </a:r>
          </a:p>
          <a:p>
            <a:pPr algn="ctr">
              <a:defRPr/>
            </a:pPr>
            <a:endParaRPr lang="en-US" sz="4000" b="1" dirty="0">
              <a:solidFill>
                <a:srgbClr val="C00000"/>
              </a:solidFill>
              <a:latin typeface="+mn-lt"/>
              <a:ea typeface="+mn-ea"/>
              <a:cs typeface="+mn-cs"/>
            </a:endParaRPr>
          </a:p>
          <a:p>
            <a:pPr algn="ctr">
              <a:defRPr/>
            </a:pPr>
            <a:r>
              <a:rPr lang="en-US" sz="4000" b="1" kern="1200" dirty="0">
                <a:solidFill>
                  <a:srgbClr val="C00000"/>
                </a:solidFill>
                <a:effectLst/>
                <a:latin typeface="+mn-lt"/>
                <a:ea typeface="+mn-ea"/>
                <a:cs typeface="+mn-cs"/>
              </a:rPr>
              <a:t>Remote Attestation for Agenti</a:t>
            </a:r>
            <a:r>
              <a:rPr lang="en-US" sz="4000" b="1" dirty="0">
                <a:solidFill>
                  <a:srgbClr val="C00000"/>
                </a:solidFill>
                <a:latin typeface="+mn-lt"/>
                <a:ea typeface="+mn-ea"/>
                <a:cs typeface="+mn-cs"/>
              </a:rPr>
              <a:t>c AI</a:t>
            </a:r>
          </a:p>
          <a:p>
            <a:pPr algn="ctr">
              <a:defRPr/>
            </a:pPr>
            <a:endParaRPr lang="en-US" sz="4000" b="1" kern="1200" dirty="0">
              <a:solidFill>
                <a:srgbClr val="C00000"/>
              </a:solidFill>
              <a:effectLst/>
              <a:latin typeface="+mn-lt"/>
              <a:ea typeface="+mn-ea"/>
              <a:cs typeface="+mn-cs"/>
            </a:endParaRPr>
          </a:p>
          <a:p>
            <a:pPr algn="ctr">
              <a:defRPr/>
            </a:pPr>
            <a:r>
              <a:rPr lang="en-US" sz="4000" b="1" kern="1200" dirty="0">
                <a:solidFill>
                  <a:srgbClr val="C00000"/>
                </a:solidFill>
                <a:effectLst/>
                <a:latin typeface="+mn-lt"/>
                <a:ea typeface="+mn-ea"/>
                <a:cs typeface="+mn-cs"/>
              </a:rPr>
              <a:t>RA-AAI WG</a:t>
            </a:r>
          </a:p>
          <a:p>
            <a:pPr algn="ctr">
              <a:defRPr/>
            </a:pPr>
            <a:endParaRPr lang="en-US" b="1" dirty="0">
              <a:solidFill>
                <a:schemeClr val="tx1"/>
              </a:solidFill>
              <a:latin typeface="+mn-lt"/>
              <a:ea typeface="+mn-ea"/>
              <a:cs typeface="+mn-cs"/>
            </a:endParaRPr>
          </a:p>
          <a:p>
            <a:pPr algn="ctr">
              <a:defRPr/>
            </a:pPr>
            <a:endParaRPr lang="en-US" b="1" dirty="0">
              <a:solidFill>
                <a:schemeClr val="tx1"/>
              </a:solidFill>
              <a:latin typeface="+mn-lt"/>
              <a:ea typeface="+mn-ea"/>
              <a:cs typeface="+mn-cs"/>
            </a:endParaRPr>
          </a:p>
          <a:p>
            <a:pPr algn="ctr">
              <a:defRPr/>
            </a:pPr>
            <a:endParaRPr lang="en-US" b="1" dirty="0">
              <a:solidFill>
                <a:schemeClr val="tx1"/>
              </a:solidFill>
              <a:latin typeface="+mn-lt"/>
              <a:ea typeface="+mn-ea"/>
              <a:cs typeface="+mn-cs"/>
            </a:endParaRPr>
          </a:p>
          <a:p>
            <a:pPr algn="ctr">
              <a:defRPr/>
            </a:pPr>
            <a:r>
              <a:rPr lang="en-US" b="1" dirty="0">
                <a:solidFill>
                  <a:schemeClr val="tx1"/>
                </a:solidFill>
                <a:latin typeface="+mn-lt"/>
                <a:ea typeface="+mn-ea"/>
                <a:cs typeface="+mn-cs"/>
              </a:rPr>
              <a:t>Roadmap v1.0 </a:t>
            </a:r>
            <a:endParaRPr lang="en-US" b="1" kern="1200" dirty="0">
              <a:solidFill>
                <a:schemeClr val="tx1"/>
              </a:solidFill>
              <a:effectLst/>
              <a:latin typeface="+mn-lt"/>
              <a:ea typeface="+mn-ea"/>
              <a:cs typeface="+mn-cs"/>
            </a:endParaRPr>
          </a:p>
          <a:p>
            <a:pPr algn="ctr">
              <a:defRPr/>
            </a:pPr>
            <a:endParaRPr lang="en-US" sz="4000" b="1" kern="1200" dirty="0">
              <a:solidFill>
                <a:srgbClr val="C00000"/>
              </a:solidFill>
              <a:effectLst/>
              <a:latin typeface="+mn-lt"/>
              <a:ea typeface="+mn-ea"/>
              <a:cs typeface="+mn-cs"/>
            </a:endParaRPr>
          </a:p>
          <a:p>
            <a:pPr marL="0" marR="0" lvl="0" indent="0" algn="ctr" defTabSz="914400" rtl="0" eaLnBrk="1" fontAlgn="auto" latinLnBrk="0" hangingPunct="1">
              <a:lnSpc>
                <a:spcPct val="90000"/>
              </a:lnSpc>
              <a:spcBef>
                <a:spcPct val="0"/>
              </a:spcBef>
              <a:spcAft>
                <a:spcPts val="0"/>
              </a:spcAft>
              <a:buClrTx/>
              <a:buSzTx/>
              <a:buFontTx/>
              <a:buNone/>
              <a:tabLst/>
              <a:defRPr/>
            </a:pPr>
            <a:br>
              <a:rPr kumimoji="0" lang="en-US" sz="4000" b="0" i="0" u="none" strike="noStrike" kern="1200" cap="none" spc="0" normalizeH="0" baseline="0" noProof="0" dirty="0">
                <a:ln>
                  <a:noFill/>
                </a:ln>
                <a:solidFill>
                  <a:srgbClr val="C00000"/>
                </a:solidFill>
                <a:effectLst/>
                <a:uLnTx/>
                <a:uFillTx/>
                <a:latin typeface="Poppins SemiBold"/>
                <a:ea typeface="+mj-ea"/>
                <a:cs typeface="Poppins" pitchFamily="2" charset="77"/>
              </a:rPr>
            </a:br>
            <a:endParaRPr kumimoji="0" lang="en-US" sz="4000" b="0" i="0" u="none" strike="noStrike" kern="1200" cap="none" spc="0" normalizeH="0" baseline="0" noProof="0" dirty="0">
              <a:ln>
                <a:noFill/>
              </a:ln>
              <a:solidFill>
                <a:srgbClr val="C00000"/>
              </a:solidFill>
              <a:effectLst/>
              <a:uLnTx/>
              <a:uFillTx/>
              <a:latin typeface="Poppins SemiBold"/>
              <a:ea typeface="+mj-ea"/>
              <a:cs typeface="Poppins" pitchFamily="2" charset="77"/>
            </a:endParaRPr>
          </a:p>
        </p:txBody>
      </p:sp>
      <p:sp>
        <p:nvSpPr>
          <p:cNvPr id="11" name="Text Placeholder 2">
            <a:extLst>
              <a:ext uri="{FF2B5EF4-FFF2-40B4-BE49-F238E27FC236}">
                <a16:creationId xmlns:a16="http://schemas.microsoft.com/office/drawing/2014/main" id="{3CBA5409-BA7C-4FFB-ABE5-40BDB495BBA4}"/>
              </a:ext>
            </a:extLst>
          </p:cNvPr>
          <p:cNvSpPr txBox="1">
            <a:spLocks/>
          </p:cNvSpPr>
          <p:nvPr/>
        </p:nvSpPr>
        <p:spPr>
          <a:xfrm>
            <a:off x="0" y="5582074"/>
            <a:ext cx="11101764" cy="1106850"/>
          </a:xfrm>
          <a:prstGeom prst="rect">
            <a:avLst/>
          </a:prstGeom>
        </p:spPr>
        <p:txBody>
          <a:bodyPr/>
          <a:lst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014176"/>
                </a:solidFill>
                <a:latin typeface="Poppins SemiBold"/>
                <a:ea typeface="+mj-ea"/>
                <a:cs typeface="Poppins" pitchFamily="2" charset="77"/>
              </a:rPr>
              <a:t>Henk Birkholz and Houda Labiod </a:t>
            </a:r>
          </a:p>
          <a:p>
            <a:r>
              <a:rPr lang="en-US" sz="1400" dirty="0">
                <a:solidFill>
                  <a:srgbClr val="014176"/>
                </a:solidFill>
                <a:latin typeface="Poppins SemiBold"/>
                <a:ea typeface="+mj-ea"/>
                <a:cs typeface="Poppins" pitchFamily="2" charset="77"/>
              </a:rPr>
              <a:t>Date</a:t>
            </a:r>
            <a:r>
              <a:rPr lang="en-US" sz="1400">
                <a:solidFill>
                  <a:srgbClr val="014176"/>
                </a:solidFill>
                <a:latin typeface="Poppins SemiBold"/>
                <a:ea typeface="+mj-ea"/>
                <a:cs typeface="Poppins" pitchFamily="2" charset="77"/>
              </a:rPr>
              <a:t>: 2026.09.30</a:t>
            </a:r>
            <a:endParaRPr lang="en-US" sz="1400" dirty="0">
              <a:solidFill>
                <a:srgbClr val="014176"/>
              </a:solidFill>
              <a:latin typeface="Poppins SemiBold"/>
              <a:ea typeface="+mj-ea"/>
              <a:cs typeface="Poppins" pitchFamily="2" charset="77"/>
            </a:endParaRPr>
          </a:p>
        </p:txBody>
      </p:sp>
    </p:spTree>
    <p:extLst>
      <p:ext uri="{BB962C8B-B14F-4D97-AF65-F5344CB8AC3E}">
        <p14:creationId xmlns:p14="http://schemas.microsoft.com/office/powerpoint/2010/main" val="739904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A657730F-E22E-4505-9AAA-1F7B332A27AD}"/>
              </a:ext>
            </a:extLst>
          </p:cNvPr>
          <p:cNvSpPr txBox="1">
            <a:spLocks/>
          </p:cNvSpPr>
          <p:nvPr/>
        </p:nvSpPr>
        <p:spPr>
          <a:xfrm>
            <a:off x="421480" y="181417"/>
            <a:ext cx="11621837" cy="458266"/>
          </a:xfrm>
          <a:prstGeom prst="rect">
            <a:avLst/>
          </a:prstGeom>
        </p:spPr>
        <p:txBody>
          <a:bodyPr lIns="0" tIns="0" rIns="0" bIns="0" anchor="t">
            <a:normAutofit/>
          </a:bodyPr>
          <a:lstStyle>
            <a:lvl1pPr marL="0" indent="0" algn="l" defTabSz="1187798" rtl="0" eaLnBrk="1" latinLnBrk="0" hangingPunct="1">
              <a:lnSpc>
                <a:spcPts val="3430"/>
              </a:lnSpc>
              <a:spcBef>
                <a:spcPts val="0"/>
              </a:spcBef>
              <a:buFont typeface="Arial" panose="020B0604020202020204" pitchFamily="34" charset="0"/>
              <a:buNone/>
              <a:defRPr sz="3200" kern="1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2pPr>
            <a:lvl3pPr marL="1187798" indent="0" algn="ctr"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3pPr>
            <a:lvl4pPr marL="1781699" indent="0" algn="ctr" defTabSz="1187798" rtl="0" eaLnBrk="1" latinLnBrk="0" hangingPunct="1">
              <a:lnSpc>
                <a:spcPct val="90000"/>
              </a:lnSpc>
              <a:spcBef>
                <a:spcPts val="650"/>
              </a:spcBef>
              <a:buFont typeface="Arial" panose="020B0604020202020204" pitchFamily="34" charset="0"/>
              <a:buNone/>
              <a:defRPr sz="2079" kern="1200">
                <a:solidFill>
                  <a:schemeClr val="tx1"/>
                </a:solidFill>
                <a:latin typeface="+mn-lt"/>
                <a:ea typeface="+mn-ea"/>
                <a:cs typeface="+mn-cs"/>
              </a:defRPr>
            </a:lvl4pPr>
            <a:lvl5pPr marL="2375598" indent="0" algn="ctr" defTabSz="1187798" rtl="0" eaLnBrk="1" latinLnBrk="0" hangingPunct="1">
              <a:lnSpc>
                <a:spcPct val="90000"/>
              </a:lnSpc>
              <a:spcBef>
                <a:spcPts val="650"/>
              </a:spcBef>
              <a:buFont typeface="Arial" panose="020B0604020202020204" pitchFamily="34" charset="0"/>
              <a:buNone/>
              <a:defRPr sz="2079" kern="1200">
                <a:solidFill>
                  <a:schemeClr val="tx1"/>
                </a:solidFill>
                <a:latin typeface="+mn-lt"/>
                <a:ea typeface="+mn-ea"/>
                <a:cs typeface="+mn-cs"/>
              </a:defRPr>
            </a:lvl5pPr>
            <a:lvl6pPr marL="2969497" indent="0" algn="ctr" defTabSz="1187798" rtl="0" eaLnBrk="1" latinLnBrk="0" hangingPunct="1">
              <a:lnSpc>
                <a:spcPct val="90000"/>
              </a:lnSpc>
              <a:spcBef>
                <a:spcPts val="650"/>
              </a:spcBef>
              <a:buFont typeface="Arial" panose="020B0604020202020204" pitchFamily="34" charset="0"/>
              <a:buNone/>
              <a:defRPr sz="2079" kern="1200">
                <a:solidFill>
                  <a:schemeClr val="tx1"/>
                </a:solidFill>
                <a:latin typeface="+mn-lt"/>
                <a:ea typeface="+mn-ea"/>
                <a:cs typeface="+mn-cs"/>
              </a:defRPr>
            </a:lvl6pPr>
            <a:lvl7pPr marL="3563396" indent="0" algn="ctr" defTabSz="1187798" rtl="0" eaLnBrk="1" latinLnBrk="0" hangingPunct="1">
              <a:lnSpc>
                <a:spcPct val="90000"/>
              </a:lnSpc>
              <a:spcBef>
                <a:spcPts val="650"/>
              </a:spcBef>
              <a:buFont typeface="Arial" panose="020B0604020202020204" pitchFamily="34" charset="0"/>
              <a:buNone/>
              <a:defRPr sz="2079" kern="1200">
                <a:solidFill>
                  <a:schemeClr val="tx1"/>
                </a:solidFill>
                <a:latin typeface="+mn-lt"/>
                <a:ea typeface="+mn-ea"/>
                <a:cs typeface="+mn-cs"/>
              </a:defRPr>
            </a:lvl7pPr>
            <a:lvl8pPr marL="4157297" indent="0" algn="ctr" defTabSz="1187798" rtl="0" eaLnBrk="1" latinLnBrk="0" hangingPunct="1">
              <a:lnSpc>
                <a:spcPct val="90000"/>
              </a:lnSpc>
              <a:spcBef>
                <a:spcPts val="650"/>
              </a:spcBef>
              <a:buFont typeface="Arial" panose="020B0604020202020204" pitchFamily="34" charset="0"/>
              <a:buNone/>
              <a:defRPr sz="2079" kern="1200">
                <a:solidFill>
                  <a:schemeClr val="tx1"/>
                </a:solidFill>
                <a:latin typeface="+mn-lt"/>
                <a:ea typeface="+mn-ea"/>
                <a:cs typeface="+mn-cs"/>
              </a:defRPr>
            </a:lvl8pPr>
            <a:lvl9pPr marL="4751195" indent="0" algn="ctr" defTabSz="1187798" rtl="0" eaLnBrk="1" latinLnBrk="0" hangingPunct="1">
              <a:lnSpc>
                <a:spcPct val="90000"/>
              </a:lnSpc>
              <a:spcBef>
                <a:spcPts val="650"/>
              </a:spcBef>
              <a:buFont typeface="Arial" panose="020B0604020202020204" pitchFamily="34" charset="0"/>
              <a:buNone/>
              <a:defRPr sz="2079" kern="1200">
                <a:solidFill>
                  <a:schemeClr val="tx1"/>
                </a:solidFill>
                <a:latin typeface="+mn-lt"/>
                <a:ea typeface="+mn-ea"/>
                <a:cs typeface="+mn-cs"/>
              </a:defRPr>
            </a:lvl9pPr>
          </a:lstStyle>
          <a:p>
            <a:pPr marL="0" marR="0" lvl="0" indent="0" algn="l" defTabSz="1187798" rtl="0" eaLnBrk="1" fontAlgn="auto" latinLnBrk="0" hangingPunct="1">
              <a:lnSpc>
                <a:spcPts val="3430"/>
              </a:lnSpc>
              <a:spcBef>
                <a:spcPts val="0"/>
              </a:spcBef>
              <a:spcAft>
                <a:spcPts val="0"/>
              </a:spcAft>
              <a:buClrTx/>
              <a:buSzTx/>
              <a:buFont typeface="Arial" panose="020B0604020202020204" pitchFamily="34" charset="0"/>
              <a:buNone/>
              <a:tabLst/>
              <a:defRPr/>
            </a:pPr>
            <a:r>
              <a:rPr lang="en-US" altLang="zh-CN" sz="2800" b="1" dirty="0">
                <a:solidFill>
                  <a:srgbClr val="0070C0"/>
                </a:solidFill>
              </a:rPr>
              <a:t>Mission &amp; Core Problem </a:t>
            </a:r>
            <a:endParaRPr kumimoji="0" lang="en-US" altLang="zh-CN" sz="2800" b="1" i="0" u="none" strike="noStrike" kern="1200" cap="none" spc="0" normalizeH="0" baseline="0" noProof="0" dirty="0">
              <a:ln>
                <a:noFill/>
              </a:ln>
              <a:solidFill>
                <a:srgbClr val="0070C0"/>
              </a:solidFill>
              <a:effectLst/>
              <a:uLnTx/>
              <a:uFillTx/>
              <a:latin typeface="Arial" panose="020B0604020202020204" pitchFamily="34" charset="0"/>
              <a:ea typeface="Microsoft YaHei" panose="020B0503020204020204" pitchFamily="34" charset="-122"/>
              <a:cs typeface="Arial" panose="020B0604020202020204" pitchFamily="34" charset="0"/>
            </a:endParaRPr>
          </a:p>
        </p:txBody>
      </p:sp>
      <p:sp>
        <p:nvSpPr>
          <p:cNvPr id="13" name="文本框 225">
            <a:extLst>
              <a:ext uri="{FF2B5EF4-FFF2-40B4-BE49-F238E27FC236}">
                <a16:creationId xmlns:a16="http://schemas.microsoft.com/office/drawing/2014/main" id="{3DC05D47-3395-4748-B6C0-A6DA17992908}"/>
              </a:ext>
            </a:extLst>
          </p:cNvPr>
          <p:cNvSpPr txBox="1"/>
          <p:nvPr/>
        </p:nvSpPr>
        <p:spPr>
          <a:xfrm>
            <a:off x="137170" y="1333958"/>
            <a:ext cx="3855574" cy="4540564"/>
          </a:xfrm>
          <a:prstGeom prst="rect">
            <a:avLst/>
          </a:prstGeom>
          <a:solidFill>
            <a:srgbClr val="FFDF64"/>
          </a:solidFill>
          <a:ln w="9525">
            <a:solidFill>
              <a:schemeClr val="bg1">
                <a:lumMod val="65000"/>
              </a:schemeClr>
            </a:solidFill>
            <a:prstDash val="dash"/>
          </a:ln>
        </p:spPr>
        <p:txBody>
          <a:bodyPr wrap="square" lIns="91344" tIns="323664" rIns="89907" bIns="179813">
            <a:noAutofit/>
          </a:bodyPr>
          <a:lstStyle>
            <a:defPPr>
              <a:defRPr lang="zh-CN"/>
            </a:defPPr>
            <a:lvl1pPr eaLnBrk="0" fontAlgn="base" hangingPunct="0">
              <a:lnSpc>
                <a:spcPct val="120000"/>
              </a:lnSpc>
              <a:spcAft>
                <a:spcPct val="0"/>
              </a:spcAft>
              <a:defRPr sz="1400">
                <a:cs typeface="+mn-ea"/>
              </a:defRPr>
            </a:lvl1pPr>
          </a:lstStyle>
          <a:p>
            <a:pPr defTabSz="913399">
              <a:defRPr/>
            </a:pPr>
            <a:endParaRPr lang="zh-CN" altLang="en-US" sz="1800" dirty="0">
              <a:solidFill>
                <a:prstClr val="black"/>
              </a:solidFill>
              <a:latin typeface="微软雅黑" panose="020B0503020204020204" pitchFamily="34" charset="-122"/>
              <a:ea typeface="微软雅黑" panose="020B0503020204020204" pitchFamily="34" charset="-122"/>
              <a:sym typeface="+mn-ea"/>
            </a:endParaRPr>
          </a:p>
        </p:txBody>
      </p:sp>
      <p:sp>
        <p:nvSpPr>
          <p:cNvPr id="15" name="文本框 225">
            <a:extLst>
              <a:ext uri="{FF2B5EF4-FFF2-40B4-BE49-F238E27FC236}">
                <a16:creationId xmlns:a16="http://schemas.microsoft.com/office/drawing/2014/main" id="{E4097762-ACA2-4DF5-AF97-B137B85D38B9}"/>
              </a:ext>
            </a:extLst>
          </p:cNvPr>
          <p:cNvSpPr txBox="1"/>
          <p:nvPr/>
        </p:nvSpPr>
        <p:spPr>
          <a:xfrm>
            <a:off x="4152814" y="1333960"/>
            <a:ext cx="3708000" cy="4787392"/>
          </a:xfrm>
          <a:prstGeom prst="rect">
            <a:avLst/>
          </a:prstGeom>
          <a:solidFill>
            <a:srgbClr val="BEE7A6"/>
          </a:solidFill>
          <a:ln w="9525">
            <a:solidFill>
              <a:schemeClr val="bg1">
                <a:lumMod val="65000"/>
              </a:schemeClr>
            </a:solidFill>
            <a:prstDash val="dash"/>
          </a:ln>
        </p:spPr>
        <p:txBody>
          <a:bodyPr wrap="square" lIns="91344" tIns="323664" rIns="89907" bIns="179813">
            <a:noAutofit/>
          </a:bodyPr>
          <a:lstStyle>
            <a:defPPr>
              <a:defRPr lang="zh-CN"/>
            </a:defPPr>
            <a:lvl1pPr eaLnBrk="0" fontAlgn="base" hangingPunct="0">
              <a:lnSpc>
                <a:spcPct val="120000"/>
              </a:lnSpc>
              <a:spcAft>
                <a:spcPct val="0"/>
              </a:spcAft>
              <a:defRPr sz="1400">
                <a:cs typeface="+mn-ea"/>
              </a:defRPr>
            </a:lvl1pPr>
          </a:lstStyle>
          <a:p>
            <a:pPr defTabSz="913399">
              <a:defRPr/>
            </a:pPr>
            <a:endParaRPr lang="zh-CN" altLang="en-US" sz="1800" dirty="0">
              <a:solidFill>
                <a:prstClr val="black"/>
              </a:solidFill>
              <a:latin typeface="微软雅黑" panose="020B0503020204020204" pitchFamily="34" charset="-122"/>
              <a:ea typeface="微软雅黑" panose="020B0503020204020204" pitchFamily="34" charset="-122"/>
              <a:sym typeface="+mn-ea"/>
            </a:endParaRPr>
          </a:p>
        </p:txBody>
      </p:sp>
      <p:sp>
        <p:nvSpPr>
          <p:cNvPr id="16" name="文本框 225">
            <a:extLst>
              <a:ext uri="{FF2B5EF4-FFF2-40B4-BE49-F238E27FC236}">
                <a16:creationId xmlns:a16="http://schemas.microsoft.com/office/drawing/2014/main" id="{383810F0-6556-4E12-97B6-333E0A3E7EA6}"/>
              </a:ext>
            </a:extLst>
          </p:cNvPr>
          <p:cNvSpPr txBox="1"/>
          <p:nvPr/>
        </p:nvSpPr>
        <p:spPr>
          <a:xfrm>
            <a:off x="8020884" y="1353534"/>
            <a:ext cx="3578817" cy="3360987"/>
          </a:xfrm>
          <a:prstGeom prst="rect">
            <a:avLst/>
          </a:prstGeom>
          <a:solidFill>
            <a:srgbClr val="D4F1F5"/>
          </a:solidFill>
          <a:ln w="9525">
            <a:solidFill>
              <a:schemeClr val="bg1">
                <a:lumMod val="65000"/>
              </a:schemeClr>
            </a:solidFill>
            <a:prstDash val="dash"/>
          </a:ln>
        </p:spPr>
        <p:txBody>
          <a:bodyPr wrap="square" lIns="91344" tIns="323664" rIns="89907" bIns="179813">
            <a:noAutofit/>
          </a:bodyPr>
          <a:lstStyle>
            <a:defPPr>
              <a:defRPr lang="zh-CN"/>
            </a:defPPr>
            <a:lvl1pPr eaLnBrk="0" fontAlgn="base" hangingPunct="0">
              <a:lnSpc>
                <a:spcPct val="120000"/>
              </a:lnSpc>
              <a:spcAft>
                <a:spcPct val="0"/>
              </a:spcAft>
              <a:defRPr sz="1400">
                <a:cs typeface="+mn-ea"/>
              </a:defRPr>
            </a:lvl1pPr>
          </a:lstStyle>
          <a:p>
            <a:pPr defTabSz="913399">
              <a:defRPr/>
            </a:pPr>
            <a:endParaRPr lang="zh-CN" altLang="en-US" sz="1800" dirty="0">
              <a:solidFill>
                <a:prstClr val="black"/>
              </a:solidFill>
              <a:latin typeface="微软雅黑" panose="020B0503020204020204" pitchFamily="34" charset="-122"/>
              <a:ea typeface="微软雅黑" panose="020B0503020204020204" pitchFamily="34" charset="-122"/>
              <a:sym typeface="+mn-ea"/>
            </a:endParaRPr>
          </a:p>
        </p:txBody>
      </p:sp>
      <p:sp>
        <p:nvSpPr>
          <p:cNvPr id="17" name="文本框 310">
            <a:extLst>
              <a:ext uri="{FF2B5EF4-FFF2-40B4-BE49-F238E27FC236}">
                <a16:creationId xmlns:a16="http://schemas.microsoft.com/office/drawing/2014/main" id="{53771FF0-5991-4059-A836-201BDF800367}"/>
              </a:ext>
            </a:extLst>
          </p:cNvPr>
          <p:cNvSpPr txBox="1"/>
          <p:nvPr/>
        </p:nvSpPr>
        <p:spPr>
          <a:xfrm>
            <a:off x="547263" y="1396228"/>
            <a:ext cx="3988180" cy="369332"/>
          </a:xfrm>
          <a:prstGeom prst="rect">
            <a:avLst/>
          </a:prstGeom>
          <a:noFill/>
        </p:spPr>
        <p:txBody>
          <a:bodyPr wrap="square" rtlCol="0">
            <a:spAutoFit/>
          </a:bodyPr>
          <a:lstStyle/>
          <a:p>
            <a:pPr defTabSz="914034"/>
            <a:r>
              <a:rPr lang="en-SG" altLang="zh-CN" b="1" dirty="0">
                <a:solidFill>
                  <a:schemeClr val="accent2"/>
                </a:solidFill>
                <a:latin typeface="微软雅黑" panose="020B0503020204020204" pitchFamily="34" charset="-122"/>
                <a:ea typeface="微软雅黑" panose="020B0503020204020204" pitchFamily="34" charset="-122"/>
              </a:rPr>
              <a:t>Mission</a:t>
            </a:r>
          </a:p>
        </p:txBody>
      </p:sp>
      <p:sp>
        <p:nvSpPr>
          <p:cNvPr id="18" name="文本框 310">
            <a:extLst>
              <a:ext uri="{FF2B5EF4-FFF2-40B4-BE49-F238E27FC236}">
                <a16:creationId xmlns:a16="http://schemas.microsoft.com/office/drawing/2014/main" id="{BDCF9200-0547-4645-9F42-8D441176251D}"/>
              </a:ext>
            </a:extLst>
          </p:cNvPr>
          <p:cNvSpPr txBox="1"/>
          <p:nvPr/>
        </p:nvSpPr>
        <p:spPr>
          <a:xfrm>
            <a:off x="4383827" y="1369731"/>
            <a:ext cx="4357914" cy="369332"/>
          </a:xfrm>
          <a:prstGeom prst="rect">
            <a:avLst/>
          </a:prstGeom>
          <a:noFill/>
        </p:spPr>
        <p:txBody>
          <a:bodyPr wrap="square" rtlCol="0">
            <a:spAutoFit/>
          </a:bodyPr>
          <a:lstStyle/>
          <a:p>
            <a:pPr defTabSz="914034"/>
            <a:r>
              <a:rPr lang="en-SG" altLang="zh-CN" b="1" dirty="0">
                <a:solidFill>
                  <a:schemeClr val="accent2"/>
                </a:solidFill>
                <a:latin typeface="微软雅黑" panose="020B0503020204020204" pitchFamily="34" charset="-122"/>
                <a:ea typeface="微软雅黑" panose="020B0503020204020204" pitchFamily="34" charset="-122"/>
              </a:rPr>
              <a:t>Core Problem </a:t>
            </a:r>
          </a:p>
        </p:txBody>
      </p:sp>
      <p:sp>
        <p:nvSpPr>
          <p:cNvPr id="21" name="TextBox 20">
            <a:extLst>
              <a:ext uri="{FF2B5EF4-FFF2-40B4-BE49-F238E27FC236}">
                <a16:creationId xmlns:a16="http://schemas.microsoft.com/office/drawing/2014/main" id="{75F97B82-B52B-4D09-B27A-ACE5033B190A}"/>
              </a:ext>
            </a:extLst>
          </p:cNvPr>
          <p:cNvSpPr txBox="1"/>
          <p:nvPr/>
        </p:nvSpPr>
        <p:spPr>
          <a:xfrm>
            <a:off x="275559" y="1764627"/>
            <a:ext cx="3555732" cy="4247317"/>
          </a:xfrm>
          <a:prstGeom prst="rect">
            <a:avLst/>
          </a:prstGeom>
          <a:noFill/>
        </p:spPr>
        <p:txBody>
          <a:bodyPr wrap="square" numCol="1">
            <a:spAutoFit/>
          </a:bodyPr>
          <a:lstStyle/>
          <a:p>
            <a:pPr marL="171450" indent="-171450">
              <a:buFont typeface="Arial" panose="020B0604020202020204" pitchFamily="34" charset="0"/>
              <a:buChar char="•"/>
            </a:pPr>
            <a:r>
              <a:rPr lang="en-US" dirty="0">
                <a:solidFill>
                  <a:srgbClr val="000000"/>
                </a:solidFill>
                <a:latin typeface="Helvetica Neue"/>
                <a:ea typeface="Arial Unicode MS"/>
                <a:cs typeface="Arial Unicode MS"/>
              </a:rPr>
              <a:t>Define open, interoperable, and privacy-preserving standards for verifiable remote attestation of autonomous AI Agents, including their model, code, tools (MCP), data, policies, and execution environments.</a:t>
            </a:r>
          </a:p>
          <a:p>
            <a:pPr marL="171450" indent="-171450">
              <a:buFont typeface="Arial" panose="020B0604020202020204" pitchFamily="34" charset="0"/>
              <a:buChar char="•"/>
            </a:pPr>
            <a:endParaRPr lang="en-US" dirty="0">
              <a:solidFill>
                <a:srgbClr val="000000"/>
              </a:solidFill>
              <a:latin typeface="Helvetica Neue"/>
              <a:ea typeface="Arial Unicode MS"/>
              <a:cs typeface="Arial Unicode MS"/>
            </a:endParaRPr>
          </a:p>
          <a:p>
            <a:pPr marL="171450" indent="-171450">
              <a:buFont typeface="Arial" panose="020B0604020202020204" pitchFamily="34" charset="0"/>
              <a:buChar char="•"/>
            </a:pPr>
            <a:r>
              <a:rPr lang="en-US" b="1" i="1" dirty="0">
                <a:latin typeface="Helvetica Neue"/>
                <a:ea typeface="Arial Unicode MS"/>
              </a:rPr>
              <a:t>Create an open standard for Verifiable Agentic Trust</a:t>
            </a:r>
          </a:p>
          <a:p>
            <a:pPr marL="171450" indent="-171450">
              <a:buFont typeface="Arial" panose="020B0604020202020204" pitchFamily="34" charset="0"/>
              <a:buChar char="•"/>
            </a:pPr>
            <a:endParaRPr lang="en-US" b="1" i="1" dirty="0">
              <a:solidFill>
                <a:srgbClr val="000000"/>
              </a:solidFill>
              <a:latin typeface="Helvetica Neue"/>
              <a:ea typeface="Arial Unicode MS"/>
              <a:cs typeface="Arial Unicode MS"/>
            </a:endParaRPr>
          </a:p>
          <a:p>
            <a:pPr marL="171450" indent="-171450">
              <a:buFont typeface="Arial" panose="020B0604020202020204" pitchFamily="34" charset="0"/>
              <a:buChar char="•"/>
            </a:pPr>
            <a:r>
              <a:rPr lang="en-US" b="1" i="1" dirty="0">
                <a:solidFill>
                  <a:srgbClr val="000000"/>
                </a:solidFill>
                <a:latin typeface="Helvetica Neue"/>
                <a:ea typeface="Arial Unicode MS"/>
                <a:cs typeface="Arial Unicode MS"/>
              </a:rPr>
              <a:t>Goal: Any user can verify any agent from any environment with one call</a:t>
            </a:r>
            <a:endParaRPr lang="en-US" b="1" dirty="0">
              <a:solidFill>
                <a:srgbClr val="000000"/>
              </a:solidFill>
              <a:latin typeface="Helvetica Neue"/>
              <a:ea typeface="Arial Unicode MS"/>
              <a:cs typeface="Arial Unicode MS"/>
            </a:endParaRPr>
          </a:p>
          <a:p>
            <a:pPr marL="171450" indent="-171450">
              <a:buFont typeface="Arial" panose="020B0604020202020204" pitchFamily="34" charset="0"/>
              <a:buChar char="•"/>
            </a:pPr>
            <a:endParaRPr lang="en-SG" altLang="zh-CN" dirty="0">
              <a:solidFill>
                <a:srgbClr val="000000"/>
              </a:solidFill>
              <a:latin typeface="ui-sans-serif"/>
            </a:endParaRPr>
          </a:p>
        </p:txBody>
      </p:sp>
      <p:sp>
        <p:nvSpPr>
          <p:cNvPr id="22" name="TextBox 21">
            <a:extLst>
              <a:ext uri="{FF2B5EF4-FFF2-40B4-BE49-F238E27FC236}">
                <a16:creationId xmlns:a16="http://schemas.microsoft.com/office/drawing/2014/main" id="{0634017F-9A7A-41CC-8C99-7372B1DD6A91}"/>
              </a:ext>
            </a:extLst>
          </p:cNvPr>
          <p:cNvSpPr txBox="1"/>
          <p:nvPr/>
        </p:nvSpPr>
        <p:spPr>
          <a:xfrm>
            <a:off x="4152814" y="1739063"/>
            <a:ext cx="3708000" cy="4278094"/>
          </a:xfrm>
          <a:prstGeom prst="rect">
            <a:avLst/>
          </a:prstGeom>
          <a:noFill/>
        </p:spPr>
        <p:txBody>
          <a:bodyPr wrap="square">
            <a:spAutoFit/>
          </a:bodyPr>
          <a:lstStyle/>
          <a:p>
            <a:pPr marL="285750" indent="-285750">
              <a:buFont typeface="Arial" panose="020B0604020202020204" pitchFamily="34" charset="0"/>
              <a:buChar char="•"/>
            </a:pPr>
            <a:r>
              <a:rPr lang="en-US" sz="1700" dirty="0">
                <a:solidFill>
                  <a:srgbClr val="000000"/>
                </a:solidFill>
                <a:latin typeface="Helvetica Neue"/>
                <a:ea typeface="Arial Unicode MS"/>
                <a:cs typeface="Arial Unicode MS"/>
              </a:rPr>
              <a:t>In Agentic AI, you don't just ask "what is this model?" but rather "what is this agent actually doing, with what tools, what constraints, and in what TEE, right now?" The current attestation proves the infrastructure. We need to prove the agent.</a:t>
            </a:r>
          </a:p>
          <a:p>
            <a:pPr marL="285750" indent="-285750">
              <a:buFont typeface="Arial" panose="020B0604020202020204" pitchFamily="34" charset="0"/>
              <a:buChar char="•"/>
            </a:pPr>
            <a:r>
              <a:rPr lang="en-US" sz="1700" dirty="0">
                <a:solidFill>
                  <a:srgbClr val="000000"/>
                </a:solidFill>
                <a:latin typeface="Helvetica Neue"/>
                <a:ea typeface="Arial Unicode MS"/>
                <a:cs typeface="Arial Unicode MS"/>
              </a:rPr>
              <a:t>AI Agents expand the surface of trust for which remote attestation was designed. The platform, the runtime environment, the model, the tools, the policy, the identity, and the behavior must all be attested, not just the hardware state at boot.</a:t>
            </a:r>
          </a:p>
        </p:txBody>
      </p:sp>
      <p:sp>
        <p:nvSpPr>
          <p:cNvPr id="23" name="TextBox 22">
            <a:extLst>
              <a:ext uri="{FF2B5EF4-FFF2-40B4-BE49-F238E27FC236}">
                <a16:creationId xmlns:a16="http://schemas.microsoft.com/office/drawing/2014/main" id="{CEAA8466-48E0-449F-9689-0A7E425DEBF9}"/>
              </a:ext>
            </a:extLst>
          </p:cNvPr>
          <p:cNvSpPr txBox="1"/>
          <p:nvPr/>
        </p:nvSpPr>
        <p:spPr>
          <a:xfrm>
            <a:off x="7923069" y="1727607"/>
            <a:ext cx="3641071" cy="2031325"/>
          </a:xfrm>
          <a:prstGeom prst="rect">
            <a:avLst/>
          </a:prstGeom>
          <a:noFill/>
        </p:spPr>
        <p:txBody>
          <a:bodyPr wrap="square">
            <a:spAutoFit/>
          </a:bodyPr>
          <a:lstStyle/>
          <a:p>
            <a:pPr marL="285750" indent="-285750">
              <a:buFont typeface="Arial" panose="020B0604020202020204" pitchFamily="34" charset="0"/>
              <a:buChar char="•"/>
            </a:pPr>
            <a:r>
              <a:rPr lang="en-US" dirty="0">
                <a:latin typeface="Helvetica Neue"/>
                <a:ea typeface="Arial Unicode MS"/>
              </a:rPr>
              <a:t>Today we can prove where code runs [Confidential Computing]. We cannot prove what an AI Agent is, what tools it can use, and what policies constrain it.</a:t>
            </a:r>
            <a:endParaRPr lang="en-US" dirty="0">
              <a:latin typeface="Helvetica Neue"/>
            </a:endParaRPr>
          </a:p>
          <a:p>
            <a:pPr marL="285750" indent="-285750">
              <a:buFont typeface="Arial" panose="020B0604020202020204" pitchFamily="34" charset="0"/>
              <a:buChar char="•"/>
            </a:pPr>
            <a:endParaRPr lang="en-US" dirty="0">
              <a:solidFill>
                <a:srgbClr val="000000"/>
              </a:solidFill>
              <a:latin typeface="ui-sans-serif"/>
            </a:endParaRPr>
          </a:p>
        </p:txBody>
      </p:sp>
      <p:sp>
        <p:nvSpPr>
          <p:cNvPr id="24" name="Right Brace 23">
            <a:extLst>
              <a:ext uri="{FF2B5EF4-FFF2-40B4-BE49-F238E27FC236}">
                <a16:creationId xmlns:a16="http://schemas.microsoft.com/office/drawing/2014/main" id="{EE80251A-1E41-4E27-9E04-59C6B43CBEDF}"/>
              </a:ext>
            </a:extLst>
          </p:cNvPr>
          <p:cNvSpPr/>
          <p:nvPr/>
        </p:nvSpPr>
        <p:spPr>
          <a:xfrm rot="5400000">
            <a:off x="5908157" y="-4545767"/>
            <a:ext cx="242712" cy="11216486"/>
          </a:xfrm>
          <a:prstGeom prst="rightBrace">
            <a:avLst>
              <a:gd name="adj1" fmla="val 8333"/>
              <a:gd name="adj2" fmla="val 50086"/>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25" name="Arrow: Down 24">
            <a:extLst>
              <a:ext uri="{FF2B5EF4-FFF2-40B4-BE49-F238E27FC236}">
                <a16:creationId xmlns:a16="http://schemas.microsoft.com/office/drawing/2014/main" id="{A646F9B4-D868-4C43-8383-D60B4627BCB0}"/>
              </a:ext>
            </a:extLst>
          </p:cNvPr>
          <p:cNvSpPr/>
          <p:nvPr/>
        </p:nvSpPr>
        <p:spPr>
          <a:xfrm>
            <a:off x="5777572" y="1043416"/>
            <a:ext cx="484632" cy="296438"/>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Arrow: Down 25">
            <a:extLst>
              <a:ext uri="{FF2B5EF4-FFF2-40B4-BE49-F238E27FC236}">
                <a16:creationId xmlns:a16="http://schemas.microsoft.com/office/drawing/2014/main" id="{E40A3BAB-AE1A-45ED-85D5-B2F39745814A}"/>
              </a:ext>
            </a:extLst>
          </p:cNvPr>
          <p:cNvSpPr/>
          <p:nvPr/>
        </p:nvSpPr>
        <p:spPr>
          <a:xfrm>
            <a:off x="1879255" y="1052590"/>
            <a:ext cx="484632" cy="296438"/>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Arrow: Down 26">
            <a:extLst>
              <a:ext uri="{FF2B5EF4-FFF2-40B4-BE49-F238E27FC236}">
                <a16:creationId xmlns:a16="http://schemas.microsoft.com/office/drawing/2014/main" id="{FCB49BD5-55CD-49BD-B9C5-4E87B3E0AC52}"/>
              </a:ext>
            </a:extLst>
          </p:cNvPr>
          <p:cNvSpPr/>
          <p:nvPr/>
        </p:nvSpPr>
        <p:spPr>
          <a:xfrm>
            <a:off x="9583934" y="1052590"/>
            <a:ext cx="484632" cy="296438"/>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文本框 310">
            <a:extLst>
              <a:ext uri="{FF2B5EF4-FFF2-40B4-BE49-F238E27FC236}">
                <a16:creationId xmlns:a16="http://schemas.microsoft.com/office/drawing/2014/main" id="{0078D07E-5520-42DB-BB9A-5B0DC38144F4}"/>
              </a:ext>
            </a:extLst>
          </p:cNvPr>
          <p:cNvSpPr txBox="1"/>
          <p:nvPr/>
        </p:nvSpPr>
        <p:spPr>
          <a:xfrm>
            <a:off x="8091827" y="1363258"/>
            <a:ext cx="4357914" cy="369332"/>
          </a:xfrm>
          <a:prstGeom prst="rect">
            <a:avLst/>
          </a:prstGeom>
          <a:noFill/>
        </p:spPr>
        <p:txBody>
          <a:bodyPr wrap="square" rtlCol="0">
            <a:spAutoFit/>
          </a:bodyPr>
          <a:lstStyle/>
          <a:p>
            <a:pPr defTabSz="914034"/>
            <a:r>
              <a:rPr lang="en-SG" altLang="zh-CN" b="1" dirty="0">
                <a:solidFill>
                  <a:schemeClr val="accent2"/>
                </a:solidFill>
                <a:latin typeface="微软雅黑" panose="020B0503020204020204" pitchFamily="34" charset="-122"/>
                <a:ea typeface="微软雅黑" panose="020B0503020204020204" pitchFamily="34" charset="-122"/>
              </a:rPr>
              <a:t>Gap </a:t>
            </a:r>
          </a:p>
        </p:txBody>
      </p:sp>
      <p:sp>
        <p:nvSpPr>
          <p:cNvPr id="30" name="TextBox 29">
            <a:extLst>
              <a:ext uri="{FF2B5EF4-FFF2-40B4-BE49-F238E27FC236}">
                <a16:creationId xmlns:a16="http://schemas.microsoft.com/office/drawing/2014/main" id="{D6897DCF-B08C-481A-9076-2B74E3BC7AAA}"/>
              </a:ext>
            </a:extLst>
          </p:cNvPr>
          <p:cNvSpPr txBox="1"/>
          <p:nvPr/>
        </p:nvSpPr>
        <p:spPr>
          <a:xfrm>
            <a:off x="1377742" y="6291054"/>
            <a:ext cx="9284291" cy="400110"/>
          </a:xfrm>
          <a:prstGeom prst="rect">
            <a:avLst/>
          </a:prstGeom>
          <a:solidFill>
            <a:srgbClr val="C00000"/>
          </a:solidFill>
        </p:spPr>
        <p:txBody>
          <a:bodyPr wrap="square">
            <a:spAutoFit/>
          </a:bodyPr>
          <a:lstStyle/>
          <a:p>
            <a:r>
              <a:rPr lang="en-US" sz="2000" b="1" dirty="0">
                <a:solidFill>
                  <a:schemeClr val="tx2"/>
                </a:solidFill>
                <a:latin typeface="Helvetica Neue"/>
                <a:ea typeface="Arial Unicode MS"/>
                <a:cs typeface="Arial Unicode MS"/>
              </a:rPr>
              <a:t>Three main questions: WHAT to attest? HOW to attest ? When to attest ?</a:t>
            </a:r>
          </a:p>
        </p:txBody>
      </p:sp>
    </p:spTree>
    <p:extLst>
      <p:ext uri="{BB962C8B-B14F-4D97-AF65-F5344CB8AC3E}">
        <p14:creationId xmlns:p14="http://schemas.microsoft.com/office/powerpoint/2010/main" val="889277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1">
            <a:extLst>
              <a:ext uri="{FF2B5EF4-FFF2-40B4-BE49-F238E27FC236}">
                <a16:creationId xmlns:a16="http://schemas.microsoft.com/office/drawing/2014/main" id="{889DB306-FA8C-4555-B08C-D9F843C52595}"/>
              </a:ext>
            </a:extLst>
          </p:cNvPr>
          <p:cNvSpPr txBox="1">
            <a:spLocks/>
          </p:cNvSpPr>
          <p:nvPr/>
        </p:nvSpPr>
        <p:spPr bwMode="auto">
          <a:xfrm>
            <a:off x="353701" y="126649"/>
            <a:ext cx="11672158" cy="61665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0" rIns="0" bIns="0" rtlCol="0" anchor="ctr">
            <a:noAutofit/>
          </a:bodyPr>
          <a:lstStyle>
            <a:lvl1pPr marR="0" indent="0" defTabSz="1218712" fontAlgn="auto">
              <a:lnSpc>
                <a:spcPct val="100000"/>
              </a:lnSpc>
              <a:spcBef>
                <a:spcPct val="0"/>
              </a:spcBef>
              <a:spcAft>
                <a:spcPts val="0"/>
              </a:spcAft>
              <a:buClrTx/>
              <a:buSzTx/>
              <a:buFontTx/>
              <a:buNone/>
              <a:tabLst/>
              <a:defRPr sz="2799" b="1">
                <a:solidFill>
                  <a:srgbClr val="C00000"/>
                </a:solidFill>
                <a:latin typeface="+mj-lt"/>
                <a:ea typeface="+mj-ea"/>
                <a:cs typeface="+mj-cs"/>
              </a:defRPr>
            </a:lvl1pPr>
            <a:lvl2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2pPr>
            <a:lvl3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3pPr>
            <a:lvl4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4pPr>
            <a:lvl5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5pPr>
            <a:lvl6pPr marL="8185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6pPr>
            <a:lvl7pPr marL="12757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7pPr>
            <a:lvl8pPr marL="17329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8pPr>
            <a:lvl9pPr marL="21901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9pPr>
          </a:lstStyle>
          <a:p>
            <a:pPr marL="0" marR="0" lvl="0" indent="0" algn="l" defTabSz="1218712" rtl="0" eaLnBrk="1" fontAlgn="auto" latinLnBrk="0" hangingPunct="1">
              <a:lnSpc>
                <a:spcPct val="100000"/>
              </a:lnSpc>
              <a:spcBef>
                <a:spcPct val="0"/>
              </a:spcBef>
              <a:spcAft>
                <a:spcPts val="0"/>
              </a:spcAft>
              <a:buClrTx/>
              <a:buSzTx/>
              <a:buFontTx/>
              <a:buNone/>
              <a:tabLst/>
              <a:defRPr/>
            </a:pPr>
            <a:r>
              <a:rPr lang="en-SG" altLang="zh-CN" sz="2800" dirty="0">
                <a:solidFill>
                  <a:srgbClr val="0070C0"/>
                </a:solidFill>
                <a:latin typeface="微软雅黑" panose="020B0503020204020204" pitchFamily="34" charset="-122"/>
                <a:ea typeface="微软雅黑" panose="020B0503020204020204" pitchFamily="34" charset="-122"/>
              </a:rPr>
              <a:t>Problem Statement: Why now ?</a:t>
            </a:r>
            <a:endPar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endParaRPr>
          </a:p>
        </p:txBody>
      </p:sp>
      <p:sp>
        <p:nvSpPr>
          <p:cNvPr id="67" name="矩形 103">
            <a:extLst>
              <a:ext uri="{FF2B5EF4-FFF2-40B4-BE49-F238E27FC236}">
                <a16:creationId xmlns:a16="http://schemas.microsoft.com/office/drawing/2014/main" id="{38D8E06D-6F78-4892-90BC-7B6D4325BB50}"/>
              </a:ext>
            </a:extLst>
          </p:cNvPr>
          <p:cNvSpPr/>
          <p:nvPr/>
        </p:nvSpPr>
        <p:spPr>
          <a:xfrm>
            <a:off x="3273626" y="1158226"/>
            <a:ext cx="4635461" cy="338554"/>
          </a:xfrm>
          <a:prstGeom prst="rect">
            <a:avLst/>
          </a:prstGeom>
          <a:solidFill>
            <a:srgbClr val="96D4DF"/>
          </a:solidFill>
        </p:spPr>
        <p:txBody>
          <a:bodyPr wrap="square">
            <a:spAutoFit/>
          </a:bodyPr>
          <a:lstStyle>
            <a:defPPr>
              <a:defRPr lang="en-US"/>
            </a:defPPr>
            <a:lvl1pPr marL="0" algn="l" defTabSz="914400" rtl="0" eaLnBrk="1" latinLnBrk="0" hangingPunct="1">
              <a:defRPr sz="1800" kern="1200">
                <a:solidFill>
                  <a:srgbClr val="1D1D1A"/>
                </a:solidFill>
                <a:latin typeface="Arial" panose="020B0604020202020204" pitchFamily="34" charset="0"/>
                <a:ea typeface="+mn-ea"/>
                <a:cs typeface="+mn-ea"/>
              </a:defRPr>
            </a:lvl1pPr>
            <a:lvl2pPr marL="457200" algn="l" defTabSz="914400" rtl="0" eaLnBrk="1" latinLnBrk="0" hangingPunct="1">
              <a:defRPr sz="1800" kern="1200">
                <a:solidFill>
                  <a:srgbClr val="1D1D1A"/>
                </a:solidFill>
                <a:latin typeface="Arial" panose="020B0604020202020204" pitchFamily="34" charset="0"/>
                <a:ea typeface="+mn-ea"/>
                <a:cs typeface="+mn-ea"/>
              </a:defRPr>
            </a:lvl2pPr>
            <a:lvl3pPr marL="914400" algn="l" defTabSz="914400" rtl="0" eaLnBrk="1" latinLnBrk="0" hangingPunct="1">
              <a:defRPr sz="1800" kern="1200">
                <a:solidFill>
                  <a:srgbClr val="1D1D1A"/>
                </a:solidFill>
                <a:latin typeface="Arial" panose="020B0604020202020204" pitchFamily="34" charset="0"/>
                <a:ea typeface="+mn-ea"/>
                <a:cs typeface="+mn-ea"/>
              </a:defRPr>
            </a:lvl3pPr>
            <a:lvl4pPr marL="1371600" algn="l" defTabSz="914400" rtl="0" eaLnBrk="1" latinLnBrk="0" hangingPunct="1">
              <a:defRPr sz="1800" kern="1200">
                <a:solidFill>
                  <a:srgbClr val="1D1D1A"/>
                </a:solidFill>
                <a:latin typeface="Arial" panose="020B0604020202020204" pitchFamily="34" charset="0"/>
                <a:ea typeface="+mn-ea"/>
                <a:cs typeface="+mn-ea"/>
              </a:defRPr>
            </a:lvl4pPr>
            <a:lvl5pPr marL="1828800" algn="l" defTabSz="914400" rtl="0" eaLnBrk="1" latinLnBrk="0" hangingPunct="1">
              <a:defRPr sz="1800" kern="1200">
                <a:solidFill>
                  <a:srgbClr val="1D1D1A"/>
                </a:solidFill>
                <a:latin typeface="Arial" panose="020B0604020202020204" pitchFamily="34" charset="0"/>
                <a:ea typeface="+mn-ea"/>
                <a:cs typeface="+mn-ea"/>
              </a:defRPr>
            </a:lvl5pPr>
            <a:lvl6pPr marL="2286000" algn="l" defTabSz="914400" rtl="0" eaLnBrk="1" latinLnBrk="0" hangingPunct="1">
              <a:defRPr sz="1800" kern="1200">
                <a:solidFill>
                  <a:srgbClr val="1D1D1A"/>
                </a:solidFill>
                <a:latin typeface="Arial" panose="020B0604020202020204" pitchFamily="34" charset="0"/>
                <a:ea typeface="+mn-ea"/>
                <a:cs typeface="+mn-ea"/>
              </a:defRPr>
            </a:lvl6pPr>
            <a:lvl7pPr marL="2743200" algn="l" defTabSz="914400" rtl="0" eaLnBrk="1" latinLnBrk="0" hangingPunct="1">
              <a:defRPr sz="1800" kern="1200">
                <a:solidFill>
                  <a:srgbClr val="1D1D1A"/>
                </a:solidFill>
                <a:latin typeface="Arial" panose="020B0604020202020204" pitchFamily="34" charset="0"/>
                <a:ea typeface="+mn-ea"/>
                <a:cs typeface="+mn-ea"/>
              </a:defRPr>
            </a:lvl7pPr>
            <a:lvl8pPr marL="3200400" algn="l" defTabSz="914400" rtl="0" eaLnBrk="1" latinLnBrk="0" hangingPunct="1">
              <a:defRPr sz="1800" kern="1200">
                <a:solidFill>
                  <a:srgbClr val="1D1D1A"/>
                </a:solidFill>
                <a:latin typeface="Arial" panose="020B0604020202020204" pitchFamily="34" charset="0"/>
                <a:ea typeface="+mn-ea"/>
                <a:cs typeface="+mn-ea"/>
              </a:defRPr>
            </a:lvl8pPr>
            <a:lvl9pPr marL="3657600" algn="l" defTabSz="914400" rtl="0" eaLnBrk="1" latinLnBrk="0" hangingPunct="1">
              <a:defRPr sz="1800" kern="1200">
                <a:solidFill>
                  <a:srgbClr val="1D1D1A"/>
                </a:solidFill>
                <a:latin typeface="Arial" panose="020B0604020202020204" pitchFamily="34" charset="0"/>
                <a:ea typeface="+mn-ea"/>
                <a:cs typeface="+mn-ea"/>
              </a:defRPr>
            </a:lvl9pPr>
          </a:lstStyle>
          <a:p>
            <a:pPr algn="ctr" defTabSz="914034">
              <a:spcAft>
                <a:spcPts val="300"/>
              </a:spcAft>
            </a:pPr>
            <a:r>
              <a:rPr lang="en-US" sz="1600" b="1" dirty="0">
                <a:solidFill>
                  <a:srgbClr val="000000"/>
                </a:solidFill>
                <a:latin typeface="Helvetica Neue"/>
                <a:ea typeface="Arial Unicode MS"/>
                <a:cs typeface="Arial Unicode MS"/>
              </a:rPr>
              <a:t>Agentic AI breaks traditional attestation</a:t>
            </a:r>
          </a:p>
        </p:txBody>
      </p:sp>
      <p:sp>
        <p:nvSpPr>
          <p:cNvPr id="81" name="TextBox 80">
            <a:extLst>
              <a:ext uri="{FF2B5EF4-FFF2-40B4-BE49-F238E27FC236}">
                <a16:creationId xmlns:a16="http://schemas.microsoft.com/office/drawing/2014/main" id="{9A01F631-DC46-4398-BDAF-18394CD5B992}"/>
              </a:ext>
            </a:extLst>
          </p:cNvPr>
          <p:cNvSpPr txBox="1"/>
          <p:nvPr/>
        </p:nvSpPr>
        <p:spPr>
          <a:xfrm>
            <a:off x="76525" y="5767185"/>
            <a:ext cx="11949333" cy="1015663"/>
          </a:xfrm>
          <a:prstGeom prst="rect">
            <a:avLst/>
          </a:prstGeom>
          <a:solidFill>
            <a:srgbClr val="C00000"/>
          </a:solidFill>
        </p:spPr>
        <p:txBody>
          <a:bodyPr wrap="square">
            <a:spAutoFit/>
          </a:bodyPr>
          <a:lstStyle/>
          <a:p>
            <a:r>
              <a:rPr lang="en-US" sz="2000" dirty="0">
                <a:solidFill>
                  <a:schemeClr val="tx2"/>
                </a:solidFill>
                <a:latin typeface="Helvetica Neue"/>
                <a:ea typeface="Arial Unicode MS"/>
                <a:cs typeface="Arial Unicode MS"/>
              </a:rPr>
              <a:t>Key Question : how to know agent exfiltrate ? </a:t>
            </a:r>
          </a:p>
          <a:p>
            <a:r>
              <a:rPr lang="en-US" sz="2000" b="1" dirty="0">
                <a:solidFill>
                  <a:schemeClr val="tx2"/>
                </a:solidFill>
                <a:latin typeface="Helvetica Neue"/>
                <a:ea typeface="Arial Unicode MS"/>
                <a:cs typeface="Arial Unicode MS"/>
              </a:rPr>
              <a:t>We must answer</a:t>
            </a:r>
            <a:r>
              <a:rPr lang="en-US" sz="2000" dirty="0">
                <a:solidFill>
                  <a:schemeClr val="tx2"/>
                </a:solidFill>
                <a:latin typeface="Helvetica Neue"/>
                <a:ea typeface="Arial Unicode MS"/>
                <a:cs typeface="Arial Unicode MS"/>
              </a:rPr>
              <a:t>: As a user, how can I know that the agent to whom I give my credit card will not exfiltrate my data or ignore my policy?</a:t>
            </a:r>
          </a:p>
        </p:txBody>
      </p:sp>
      <p:graphicFrame>
        <p:nvGraphicFramePr>
          <p:cNvPr id="14" name="Table 13">
            <a:extLst>
              <a:ext uri="{FF2B5EF4-FFF2-40B4-BE49-F238E27FC236}">
                <a16:creationId xmlns:a16="http://schemas.microsoft.com/office/drawing/2014/main" id="{846CB870-6D6A-4D90-8087-85DF283B7D99}"/>
              </a:ext>
            </a:extLst>
          </p:cNvPr>
          <p:cNvGraphicFramePr>
            <a:graphicFrameLocks noGrp="1"/>
          </p:cNvGraphicFramePr>
          <p:nvPr>
            <p:extLst>
              <p:ext uri="{D42A27DB-BD31-4B8C-83A1-F6EECF244321}">
                <p14:modId xmlns:p14="http://schemas.microsoft.com/office/powerpoint/2010/main" val="3102592613"/>
              </p:ext>
            </p:extLst>
          </p:nvPr>
        </p:nvGraphicFramePr>
        <p:xfrm>
          <a:off x="1842084" y="1680907"/>
          <a:ext cx="7715004" cy="3761808"/>
        </p:xfrm>
        <a:graphic>
          <a:graphicData uri="http://schemas.openxmlformats.org/drawingml/2006/table">
            <a:tbl>
              <a:tblPr/>
              <a:tblGrid>
                <a:gridCol w="4001749">
                  <a:extLst>
                    <a:ext uri="{9D8B030D-6E8A-4147-A177-3AD203B41FA5}">
                      <a16:colId xmlns:a16="http://schemas.microsoft.com/office/drawing/2014/main" val="2297384590"/>
                    </a:ext>
                  </a:extLst>
                </a:gridCol>
                <a:gridCol w="3713255">
                  <a:extLst>
                    <a:ext uri="{9D8B030D-6E8A-4147-A177-3AD203B41FA5}">
                      <a16:colId xmlns:a16="http://schemas.microsoft.com/office/drawing/2014/main" val="2723219485"/>
                    </a:ext>
                  </a:extLst>
                </a:gridCol>
              </a:tblGrid>
              <a:tr h="522353">
                <a:tc>
                  <a:txBody>
                    <a:bodyPr/>
                    <a:lstStyle/>
                    <a:p>
                      <a:pPr algn="l"/>
                      <a:r>
                        <a:rPr lang="en-US" sz="1800" b="1" dirty="0"/>
                        <a:t>Traditional Attestation</a:t>
                      </a:r>
                    </a:p>
                  </a:txBody>
                  <a:tcPr marL="32017" marR="32017" marT="16008" marB="16008" anchor="ctr"/>
                </a:tc>
                <a:tc>
                  <a:txBody>
                    <a:bodyPr/>
                    <a:lstStyle/>
                    <a:p>
                      <a:pPr algn="l"/>
                      <a:r>
                        <a:rPr lang="en-US" sz="1800" b="1" dirty="0"/>
                        <a:t>Agentic attestation </a:t>
                      </a:r>
                    </a:p>
                  </a:txBody>
                  <a:tcPr marL="32017" marR="32017" marT="16008" marB="16008" anchor="ctr"/>
                </a:tc>
                <a:extLst>
                  <a:ext uri="{0D108BD9-81ED-4DB2-BD59-A6C34878D82A}">
                    <a16:rowId xmlns:a16="http://schemas.microsoft.com/office/drawing/2014/main" val="623281555"/>
                  </a:ext>
                </a:extLst>
              </a:tr>
              <a:tr h="3681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Static binary hash	</a:t>
                      </a:r>
                    </a:p>
                    <a:p>
                      <a:pPr algn="l"/>
                      <a:endParaRPr lang="en-US" sz="1800" dirty="0"/>
                    </a:p>
                  </a:txBody>
                  <a:tcPr marL="32017" marR="32017" marT="16008" marB="1600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Dynamic, stateful agent with memory, tools, prompts</a:t>
                      </a:r>
                      <a:endParaRPr lang="en-US" sz="1800" dirty="0"/>
                    </a:p>
                  </a:txBody>
                  <a:tcPr marL="32017" marR="32017" marT="16008" marB="16008" anchor="ctr"/>
                </a:tc>
                <a:extLst>
                  <a:ext uri="{0D108BD9-81ED-4DB2-BD59-A6C34878D82A}">
                    <a16:rowId xmlns:a16="http://schemas.microsoft.com/office/drawing/2014/main" val="652790468"/>
                  </a:ext>
                </a:extLst>
              </a:tr>
              <a:tr h="4642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tx1"/>
                          </a:solidFill>
                          <a:effectLst/>
                          <a:latin typeface="+mn-lt"/>
                          <a:ea typeface="+mn-ea"/>
                          <a:cs typeface="+mn-cs"/>
                        </a:rPr>
                        <a:t>Single model	</a:t>
                      </a:r>
                      <a:endParaRPr lang="en-US" sz="1800" kern="1200" dirty="0">
                        <a:solidFill>
                          <a:schemeClr val="tx1"/>
                        </a:solidFill>
                        <a:effectLst/>
                        <a:latin typeface="+mn-lt"/>
                        <a:ea typeface="+mn-ea"/>
                        <a:cs typeface="+mn-cs"/>
                      </a:endParaRPr>
                    </a:p>
                  </a:txBody>
                  <a:tcPr marL="32017" marR="32017" marT="16008" marB="16008" anchor="ctr"/>
                </a:tc>
                <a:tc>
                  <a:txBody>
                    <a:bodyPr/>
                    <a:lstStyle/>
                    <a:p>
                      <a:pPr algn="l"/>
                      <a:r>
                        <a:rPr lang="it-IT" sz="1800" kern="1200" dirty="0">
                          <a:solidFill>
                            <a:schemeClr val="tx1"/>
                          </a:solidFill>
                          <a:effectLst/>
                          <a:latin typeface="+mn-lt"/>
                          <a:ea typeface="+mn-ea"/>
                          <a:cs typeface="+mn-cs"/>
                        </a:rPr>
                        <a:t>Composite model: Model_hash + Code_hash + Tools [MCP] + Policy + Data</a:t>
                      </a:r>
                      <a:endParaRPr lang="en-US" sz="1800" dirty="0"/>
                    </a:p>
                  </a:txBody>
                  <a:tcPr marL="32017" marR="32017" marT="16008" marB="16008" anchor="ctr"/>
                </a:tc>
                <a:extLst>
                  <a:ext uri="{0D108BD9-81ED-4DB2-BD59-A6C34878D82A}">
                    <a16:rowId xmlns:a16="http://schemas.microsoft.com/office/drawing/2014/main" val="3857955349"/>
                  </a:ext>
                </a:extLst>
              </a:tr>
              <a:tr h="3681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Host-centric trust	</a:t>
                      </a:r>
                      <a:endParaRPr lang="en-US" sz="1800" dirty="0"/>
                    </a:p>
                  </a:txBody>
                  <a:tcPr marL="32017" marR="32017" marT="16008" marB="1600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Delegation-centric trust: Agent A must verify Agent B before delegating</a:t>
                      </a:r>
                    </a:p>
                    <a:p>
                      <a:pPr algn="l"/>
                      <a:endParaRPr lang="en-US" sz="1800" dirty="0"/>
                    </a:p>
                  </a:txBody>
                  <a:tcPr marL="32017" marR="32017" marT="16008" marB="16008" anchor="ctr"/>
                </a:tc>
                <a:extLst>
                  <a:ext uri="{0D108BD9-81ED-4DB2-BD59-A6C34878D82A}">
                    <a16:rowId xmlns:a16="http://schemas.microsoft.com/office/drawing/2014/main" val="2224783882"/>
                  </a:ext>
                </a:extLst>
              </a:tr>
              <a:tr h="3681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Infrastructure-only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marL="32017" marR="32017" marT="16008" marB="16008" anchor="ctr"/>
                </a:tc>
                <a:tc>
                  <a:txBody>
                    <a:bodyPr/>
                    <a:lstStyle/>
                    <a:p>
                      <a:pPr algn="l"/>
                      <a:r>
                        <a:rPr lang="en-US" sz="1800" kern="1200" dirty="0">
                          <a:solidFill>
                            <a:schemeClr val="tx1"/>
                          </a:solidFill>
                          <a:effectLst/>
                          <a:latin typeface="+mn-lt"/>
                          <a:ea typeface="+mn-ea"/>
                          <a:cs typeface="+mn-cs"/>
                        </a:rPr>
                        <a:t>Behavior + Constraints must be provable</a:t>
                      </a:r>
                      <a:endParaRPr lang="en-US" sz="1800" dirty="0"/>
                    </a:p>
                  </a:txBody>
                  <a:tcPr marL="32017" marR="32017" marT="16008" marB="16008" anchor="ctr"/>
                </a:tc>
                <a:extLst>
                  <a:ext uri="{0D108BD9-81ED-4DB2-BD59-A6C34878D82A}">
                    <a16:rowId xmlns:a16="http://schemas.microsoft.com/office/drawing/2014/main" val="1114671599"/>
                  </a:ext>
                </a:extLst>
              </a:tr>
              <a:tr h="3681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One-time at boot</a:t>
                      </a:r>
                    </a:p>
                  </a:txBody>
                  <a:tcPr marL="32017" marR="32017" marT="16008" marB="16008" anchor="ctr"/>
                </a:tc>
                <a:tc>
                  <a:txBody>
                    <a:bodyPr/>
                    <a:lstStyle/>
                    <a:p>
                      <a:pPr algn="l"/>
                      <a:r>
                        <a:rPr lang="en-US" sz="1800" dirty="0"/>
                        <a:t>Continuous attestation during lifecycle</a:t>
                      </a:r>
                    </a:p>
                  </a:txBody>
                  <a:tcPr marL="32017" marR="32017" marT="16008" marB="16008" anchor="ctr"/>
                </a:tc>
                <a:extLst>
                  <a:ext uri="{0D108BD9-81ED-4DB2-BD59-A6C34878D82A}">
                    <a16:rowId xmlns:a16="http://schemas.microsoft.com/office/drawing/2014/main" val="787711866"/>
                  </a:ext>
                </a:extLst>
              </a:tr>
            </a:tbl>
          </a:graphicData>
        </a:graphic>
      </p:graphicFrame>
    </p:spTree>
    <p:extLst>
      <p:ext uri="{BB962C8B-B14F-4D97-AF65-F5344CB8AC3E}">
        <p14:creationId xmlns:p14="http://schemas.microsoft.com/office/powerpoint/2010/main" val="2714759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14CBA98-B48A-4B12-B1C7-BA30D3C1EB21}"/>
              </a:ext>
            </a:extLst>
          </p:cNvPr>
          <p:cNvSpPr txBox="1">
            <a:spLocks/>
          </p:cNvSpPr>
          <p:nvPr/>
        </p:nvSpPr>
        <p:spPr bwMode="auto">
          <a:xfrm>
            <a:off x="170740" y="73959"/>
            <a:ext cx="9982967" cy="61665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0" rIns="0" bIns="0" rtlCol="0" anchor="ctr">
            <a:noAutofit/>
          </a:bodyPr>
          <a:lstStyle>
            <a:lvl1pPr marR="0" indent="0" defTabSz="1218712" fontAlgn="auto">
              <a:lnSpc>
                <a:spcPct val="100000"/>
              </a:lnSpc>
              <a:spcBef>
                <a:spcPct val="0"/>
              </a:spcBef>
              <a:spcAft>
                <a:spcPts val="0"/>
              </a:spcAft>
              <a:buClrTx/>
              <a:buSzTx/>
              <a:buFontTx/>
              <a:buNone/>
              <a:tabLst/>
              <a:defRPr sz="2799" b="1">
                <a:solidFill>
                  <a:srgbClr val="C00000"/>
                </a:solidFill>
                <a:latin typeface="+mj-lt"/>
                <a:ea typeface="+mj-ea"/>
                <a:cs typeface="+mj-cs"/>
              </a:defRPr>
            </a:lvl1pPr>
            <a:lvl2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2pPr>
            <a:lvl3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3pPr>
            <a:lvl4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4pPr>
            <a:lvl5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5pPr>
            <a:lvl6pPr marL="8185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6pPr>
            <a:lvl7pPr marL="12757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7pPr>
            <a:lvl8pPr marL="17329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8pPr>
            <a:lvl9pPr marL="21901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9pPr>
          </a:lstStyle>
          <a:p>
            <a:pPr>
              <a:defRPr/>
            </a:pPr>
            <a:r>
              <a:rPr lang="en-SG" altLang="zh-CN" sz="2800" dirty="0">
                <a:solidFill>
                  <a:srgbClr val="0070C0"/>
                </a:solidFill>
                <a:latin typeface="微软雅黑" panose="020B0503020204020204" pitchFamily="34" charset="-122"/>
                <a:ea typeface="微软雅黑" panose="020B0503020204020204" pitchFamily="34" charset="-122"/>
              </a:rPr>
              <a:t>Scope : what we WILL and WILL NOT do ? </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15" name="TextBox 14">
            <a:extLst>
              <a:ext uri="{FF2B5EF4-FFF2-40B4-BE49-F238E27FC236}">
                <a16:creationId xmlns:a16="http://schemas.microsoft.com/office/drawing/2014/main" id="{42C7BE5F-2FC5-48C0-8634-6D88245F3F16}"/>
              </a:ext>
            </a:extLst>
          </p:cNvPr>
          <p:cNvSpPr txBox="1"/>
          <p:nvPr/>
        </p:nvSpPr>
        <p:spPr>
          <a:xfrm>
            <a:off x="681085" y="1603178"/>
            <a:ext cx="6040225" cy="3970318"/>
          </a:xfrm>
          <a:prstGeom prst="rect">
            <a:avLst/>
          </a:prstGeom>
          <a:noFill/>
          <a:ln w="3175">
            <a:solidFill>
              <a:schemeClr val="tx1"/>
            </a:solidFill>
          </a:ln>
        </p:spPr>
        <p:txBody>
          <a:bodyPr wrap="square">
            <a:spAutoFit/>
          </a:bodyPr>
          <a:lstStyle/>
          <a:p>
            <a:pPr marL="342900" indent="-342900">
              <a:buAutoNum type="arabicPeriod"/>
            </a:pPr>
            <a:r>
              <a:rPr lang="en-US" dirty="0">
                <a:solidFill>
                  <a:srgbClr val="000000"/>
                </a:solidFill>
                <a:latin typeface="Helvetica Neue"/>
                <a:ea typeface="Arial Unicode MS"/>
                <a:cs typeface="Arial Unicode MS"/>
              </a:rPr>
              <a:t>The Agent Manifest: A standard signed artifact [EAT (JWT/CWT)].</a:t>
            </a:r>
          </a:p>
          <a:p>
            <a:r>
              <a:rPr lang="en-US" dirty="0">
                <a:solidFill>
                  <a:srgbClr val="000000"/>
                </a:solidFill>
                <a:latin typeface="Helvetica Neue"/>
                <a:ea typeface="Arial Unicode MS"/>
                <a:cs typeface="Arial Unicode MS"/>
              </a:rPr>
              <a:t>Ex. To represent a manifest is via a Bill of Material(BOM)</a:t>
            </a:r>
          </a:p>
          <a:p>
            <a:endParaRPr lang="en-US" dirty="0">
              <a:solidFill>
                <a:srgbClr val="000000"/>
              </a:solidFill>
              <a:latin typeface="Helvetica Neue"/>
              <a:ea typeface="Arial Unicode MS"/>
              <a:cs typeface="Arial Unicode MS"/>
            </a:endParaRPr>
          </a:p>
          <a:p>
            <a:r>
              <a:rPr lang="en-US" dirty="0">
                <a:solidFill>
                  <a:srgbClr val="000000"/>
                </a:solidFill>
                <a:latin typeface="Helvetica Neue"/>
                <a:ea typeface="Arial Unicode MS"/>
                <a:cs typeface="Arial Unicode MS"/>
              </a:rPr>
              <a:t>2.  The Attestation Evidence Profile: How to bind Infra Attestation [TDX/SEV-SNP/H100 Quote] to the Manifest.</a:t>
            </a:r>
          </a:p>
          <a:p>
            <a:endParaRPr lang="en-US" dirty="0">
              <a:solidFill>
                <a:srgbClr val="000000"/>
              </a:solidFill>
              <a:latin typeface="Helvetica Neue"/>
              <a:ea typeface="Arial Unicode MS"/>
              <a:cs typeface="Arial Unicode MS"/>
            </a:endParaRPr>
          </a:p>
          <a:p>
            <a:r>
              <a:rPr lang="en-US" dirty="0">
                <a:solidFill>
                  <a:srgbClr val="000000"/>
                </a:solidFill>
                <a:latin typeface="Helvetica Neue"/>
                <a:ea typeface="Arial Unicode MS"/>
                <a:cs typeface="Arial Unicode MS"/>
              </a:rPr>
              <a:t>3. The Verification Protocol: How a Verifier [user, enterprise, or another agent] validates evidence and establishes a secure channel.</a:t>
            </a:r>
          </a:p>
          <a:p>
            <a:endParaRPr lang="en-US" dirty="0">
              <a:solidFill>
                <a:srgbClr val="000000"/>
              </a:solidFill>
              <a:latin typeface="Helvetica Neue"/>
              <a:ea typeface="Arial Unicode MS"/>
              <a:cs typeface="Arial Unicode MS"/>
            </a:endParaRPr>
          </a:p>
          <a:p>
            <a:r>
              <a:rPr lang="en-US" dirty="0">
                <a:solidFill>
                  <a:srgbClr val="000000"/>
                </a:solidFill>
                <a:latin typeface="Helvetica Neue"/>
                <a:ea typeface="Arial Unicode MS"/>
                <a:cs typeface="Arial Unicode MS"/>
              </a:rPr>
              <a:t>4. Privacy-Preserving Disclosure.</a:t>
            </a:r>
          </a:p>
          <a:p>
            <a:endParaRPr lang="en-US" dirty="0">
              <a:solidFill>
                <a:srgbClr val="000000"/>
              </a:solidFill>
              <a:latin typeface="Helvetica Neue"/>
              <a:ea typeface="Arial Unicode MS"/>
              <a:cs typeface="Arial Unicode MS"/>
            </a:endParaRPr>
          </a:p>
          <a:p>
            <a:r>
              <a:rPr lang="en-US" dirty="0">
                <a:solidFill>
                  <a:srgbClr val="000000"/>
                </a:solidFill>
                <a:latin typeface="Helvetica Neue"/>
                <a:ea typeface="Arial Unicode MS"/>
                <a:cs typeface="Arial Unicode MS"/>
              </a:rPr>
              <a:t>5. Integration into Agentic protocols</a:t>
            </a:r>
          </a:p>
        </p:txBody>
      </p:sp>
      <p:sp>
        <p:nvSpPr>
          <p:cNvPr id="18" name="TextBox 17">
            <a:extLst>
              <a:ext uri="{FF2B5EF4-FFF2-40B4-BE49-F238E27FC236}">
                <a16:creationId xmlns:a16="http://schemas.microsoft.com/office/drawing/2014/main" id="{0F058B18-F2FB-47C0-8F94-CB9F1BCEABE8}"/>
              </a:ext>
            </a:extLst>
          </p:cNvPr>
          <p:cNvSpPr txBox="1"/>
          <p:nvPr/>
        </p:nvSpPr>
        <p:spPr>
          <a:xfrm>
            <a:off x="7218835" y="1745701"/>
            <a:ext cx="4785623" cy="1754326"/>
          </a:xfrm>
          <a:prstGeom prst="rect">
            <a:avLst/>
          </a:prstGeom>
          <a:noFill/>
          <a:ln w="3175">
            <a:solidFill>
              <a:schemeClr val="tx1"/>
            </a:solidFill>
          </a:ln>
        </p:spPr>
        <p:txBody>
          <a:bodyPr wrap="square">
            <a:spAutoFit/>
          </a:bodyPr>
          <a:lstStyle/>
          <a:p>
            <a:pPr marL="342900" indent="-342900">
              <a:buFont typeface="+mj-lt"/>
              <a:buAutoNum type="arabicPeriod"/>
            </a:pPr>
            <a:r>
              <a:rPr lang="en-US" dirty="0">
                <a:solidFill>
                  <a:srgbClr val="000000"/>
                </a:solidFill>
                <a:latin typeface="Helvetica Neue"/>
                <a:ea typeface="Arial Unicode MS"/>
                <a:cs typeface="Arial Unicode MS"/>
              </a:rPr>
              <a:t>Training attestation / Data provenance [we consume it, we don't define it]</a:t>
            </a:r>
          </a:p>
          <a:p>
            <a:pPr marL="342900" indent="-342900">
              <a:buFont typeface="+mj-lt"/>
              <a:buAutoNum type="arabicPeriod"/>
            </a:pPr>
            <a:endParaRPr lang="en-US" dirty="0">
              <a:solidFill>
                <a:srgbClr val="000000"/>
              </a:solidFill>
              <a:latin typeface="Helvetica Neue"/>
              <a:ea typeface="Arial Unicode MS"/>
              <a:cs typeface="Arial Unicode MS"/>
            </a:endParaRPr>
          </a:p>
          <a:p>
            <a:pPr marL="342900" indent="-342900">
              <a:buFont typeface="+mj-lt"/>
              <a:buAutoNum type="arabicPeriod"/>
            </a:pPr>
            <a:r>
              <a:rPr lang="en-US" dirty="0">
                <a:solidFill>
                  <a:srgbClr val="000000"/>
                </a:solidFill>
                <a:latin typeface="Helvetica Neue"/>
                <a:ea typeface="Arial Unicode MS"/>
                <a:cs typeface="Arial Unicode MS"/>
              </a:rPr>
              <a:t>Benchmarking / security evaluation</a:t>
            </a:r>
          </a:p>
          <a:p>
            <a:pPr marL="342900" indent="-342900">
              <a:buFont typeface="+mj-lt"/>
              <a:buAutoNum type="arabicPeriod"/>
            </a:pPr>
            <a:endParaRPr lang="en-US" dirty="0">
              <a:solidFill>
                <a:srgbClr val="000000"/>
              </a:solidFill>
              <a:latin typeface="Helvetica Neue"/>
              <a:ea typeface="Arial Unicode MS"/>
              <a:cs typeface="Arial Unicode MS"/>
            </a:endParaRPr>
          </a:p>
          <a:p>
            <a:pPr marL="342900" indent="-342900">
              <a:buFont typeface="+mj-lt"/>
              <a:buAutoNum type="arabicPeriod"/>
            </a:pPr>
            <a:r>
              <a:rPr lang="en-US" dirty="0">
                <a:solidFill>
                  <a:srgbClr val="000000"/>
                </a:solidFill>
                <a:latin typeface="Helvetica Neue"/>
                <a:ea typeface="Arial Unicode MS"/>
                <a:cs typeface="Arial Unicode MS"/>
              </a:rPr>
              <a:t>New TEE hardware design</a:t>
            </a:r>
          </a:p>
        </p:txBody>
      </p:sp>
      <p:sp>
        <p:nvSpPr>
          <p:cNvPr id="19" name="文本框 100">
            <a:extLst>
              <a:ext uri="{FF2B5EF4-FFF2-40B4-BE49-F238E27FC236}">
                <a16:creationId xmlns:a16="http://schemas.microsoft.com/office/drawing/2014/main" id="{6DC00DDF-18BB-4F02-8022-9C4D60AC86AC}"/>
              </a:ext>
            </a:extLst>
          </p:cNvPr>
          <p:cNvSpPr txBox="1"/>
          <p:nvPr/>
        </p:nvSpPr>
        <p:spPr>
          <a:xfrm>
            <a:off x="1586059" y="1079958"/>
            <a:ext cx="272167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In Scope</a:t>
            </a:r>
            <a:endParaRPr kumimoji="0" lang="zh-CN" altLang="en-US"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2" name="文本框 100">
            <a:extLst>
              <a:ext uri="{FF2B5EF4-FFF2-40B4-BE49-F238E27FC236}">
                <a16:creationId xmlns:a16="http://schemas.microsoft.com/office/drawing/2014/main" id="{23195C87-CAD4-4F6E-8796-9EFA360C94E5}"/>
              </a:ext>
            </a:extLst>
          </p:cNvPr>
          <p:cNvSpPr txBox="1"/>
          <p:nvPr/>
        </p:nvSpPr>
        <p:spPr>
          <a:xfrm>
            <a:off x="8250810" y="1079958"/>
            <a:ext cx="272167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lang="en-US" altLang="zh-CN" b="1" dirty="0">
                <a:solidFill>
                  <a:srgbClr val="1D1D1A"/>
                </a:solidFill>
                <a:latin typeface="微软雅黑" panose="020B0503020204020204" pitchFamily="34" charset="-122"/>
                <a:ea typeface="微软雅黑" panose="020B0503020204020204" pitchFamily="34" charset="-122"/>
              </a:rPr>
              <a:t>Out of </a:t>
            </a:r>
            <a:r>
              <a:rPr kumimoji="0" lang="en-US" altLang="zh-CN"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Scope</a:t>
            </a:r>
            <a:endParaRPr kumimoji="0" lang="zh-CN" altLang="en-US"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709947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reeform: Shape 52">
            <a:extLst>
              <a:ext uri="{FF2B5EF4-FFF2-40B4-BE49-F238E27FC236}">
                <a16:creationId xmlns:a16="http://schemas.microsoft.com/office/drawing/2014/main" id="{AEF735D1-16AE-4511-B096-4C200AFCADF1}"/>
              </a:ext>
            </a:extLst>
          </p:cNvPr>
          <p:cNvSpPr/>
          <p:nvPr/>
        </p:nvSpPr>
        <p:spPr>
          <a:xfrm>
            <a:off x="648346" y="3110736"/>
            <a:ext cx="1845864" cy="795141"/>
          </a:xfrm>
          <a:custGeom>
            <a:avLst/>
            <a:gdLst>
              <a:gd name="connsiteX0" fmla="*/ 1732273 w 1845864"/>
              <a:gd name="connsiteY0" fmla="*/ 0 h 795141"/>
              <a:gd name="connsiteX1" fmla="*/ 1845865 w 1845864"/>
              <a:gd name="connsiteY1" fmla="*/ 0 h 795141"/>
              <a:gd name="connsiteX2" fmla="*/ 1845865 w 1845864"/>
              <a:gd name="connsiteY2" fmla="*/ 795142 h 795141"/>
              <a:gd name="connsiteX3" fmla="*/ 1732273 w 1845864"/>
              <a:gd name="connsiteY3" fmla="*/ 795142 h 795141"/>
              <a:gd name="connsiteX4" fmla="*/ 113592 w 1845864"/>
              <a:gd name="connsiteY4" fmla="*/ 795142 h 795141"/>
              <a:gd name="connsiteX5" fmla="*/ 0 w 1845864"/>
              <a:gd name="connsiteY5" fmla="*/ 795142 h 795141"/>
              <a:gd name="connsiteX6" fmla="*/ 0 w 1845864"/>
              <a:gd name="connsiteY6" fmla="*/ 0 h 795141"/>
              <a:gd name="connsiteX7" fmla="*/ 113592 w 1845864"/>
              <a:gd name="connsiteY7" fmla="*/ 0 h 79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5864" h="795141">
                <a:moveTo>
                  <a:pt x="1732273" y="0"/>
                </a:moveTo>
                <a:cubicBezTo>
                  <a:pt x="1795008" y="0"/>
                  <a:pt x="1845865" y="0"/>
                  <a:pt x="1845865" y="0"/>
                </a:cubicBezTo>
                <a:lnTo>
                  <a:pt x="1845865" y="795142"/>
                </a:lnTo>
                <a:cubicBezTo>
                  <a:pt x="1845865" y="795142"/>
                  <a:pt x="1795008" y="795142"/>
                  <a:pt x="1732273" y="795142"/>
                </a:cubicBezTo>
                <a:lnTo>
                  <a:pt x="113592" y="795142"/>
                </a:lnTo>
                <a:cubicBezTo>
                  <a:pt x="50857" y="795142"/>
                  <a:pt x="0" y="795142"/>
                  <a:pt x="0" y="795142"/>
                </a:cubicBezTo>
                <a:lnTo>
                  <a:pt x="0" y="0"/>
                </a:lnTo>
                <a:cubicBezTo>
                  <a:pt x="0" y="0"/>
                  <a:pt x="50857" y="0"/>
                  <a:pt x="113592" y="0"/>
                </a:cubicBezTo>
                <a:close/>
              </a:path>
            </a:pathLst>
          </a:custGeom>
          <a:solidFill>
            <a:srgbClr val="F1EFE8"/>
          </a:solidFill>
          <a:ln w="14189" cap="flat">
            <a:solidFill>
              <a:srgbClr val="888780"/>
            </a:solidFill>
            <a:prstDash val="dash"/>
            <a:miter/>
          </a:ln>
        </p:spPr>
        <p:txBody>
          <a:bodyPr rtlCol="0" anchor="ctr"/>
          <a:lstStyle/>
          <a:p>
            <a:endParaRPr lang="en-US"/>
          </a:p>
        </p:txBody>
      </p:sp>
      <p:sp>
        <p:nvSpPr>
          <p:cNvPr id="70" name="Freeform: Shape 69">
            <a:extLst>
              <a:ext uri="{FF2B5EF4-FFF2-40B4-BE49-F238E27FC236}">
                <a16:creationId xmlns:a16="http://schemas.microsoft.com/office/drawing/2014/main" id="{FD82A3D3-E97B-464B-9017-BF5A85209DC3}"/>
              </a:ext>
            </a:extLst>
          </p:cNvPr>
          <p:cNvSpPr/>
          <p:nvPr/>
        </p:nvSpPr>
        <p:spPr>
          <a:xfrm>
            <a:off x="8427684" y="3068717"/>
            <a:ext cx="2555812" cy="795141"/>
          </a:xfrm>
          <a:custGeom>
            <a:avLst/>
            <a:gdLst>
              <a:gd name="connsiteX0" fmla="*/ 2442221 w 2555812"/>
              <a:gd name="connsiteY0" fmla="*/ 0 h 795141"/>
              <a:gd name="connsiteX1" fmla="*/ 2555813 w 2555812"/>
              <a:gd name="connsiteY1" fmla="*/ 0 h 795141"/>
              <a:gd name="connsiteX2" fmla="*/ 2555813 w 2555812"/>
              <a:gd name="connsiteY2" fmla="*/ 795142 h 795141"/>
              <a:gd name="connsiteX3" fmla="*/ 2442221 w 2555812"/>
              <a:gd name="connsiteY3" fmla="*/ 795142 h 795141"/>
              <a:gd name="connsiteX4" fmla="*/ 113592 w 2555812"/>
              <a:gd name="connsiteY4" fmla="*/ 795142 h 795141"/>
              <a:gd name="connsiteX5" fmla="*/ 0 w 2555812"/>
              <a:gd name="connsiteY5" fmla="*/ 795142 h 795141"/>
              <a:gd name="connsiteX6" fmla="*/ 0 w 2555812"/>
              <a:gd name="connsiteY6" fmla="*/ 0 h 795141"/>
              <a:gd name="connsiteX7" fmla="*/ 113592 w 2555812"/>
              <a:gd name="connsiteY7" fmla="*/ 0 h 79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5812" h="795141">
                <a:moveTo>
                  <a:pt x="2442221" y="0"/>
                </a:moveTo>
                <a:cubicBezTo>
                  <a:pt x="2504956" y="0"/>
                  <a:pt x="2555813" y="0"/>
                  <a:pt x="2555813" y="0"/>
                </a:cubicBezTo>
                <a:lnTo>
                  <a:pt x="2555813" y="795142"/>
                </a:lnTo>
                <a:cubicBezTo>
                  <a:pt x="2555813" y="795142"/>
                  <a:pt x="2504956" y="795142"/>
                  <a:pt x="2442221" y="795142"/>
                </a:cubicBezTo>
                <a:lnTo>
                  <a:pt x="113592" y="795142"/>
                </a:lnTo>
                <a:cubicBezTo>
                  <a:pt x="50857" y="795142"/>
                  <a:pt x="0" y="795142"/>
                  <a:pt x="0" y="795142"/>
                </a:cubicBezTo>
                <a:lnTo>
                  <a:pt x="0" y="0"/>
                </a:lnTo>
                <a:cubicBezTo>
                  <a:pt x="0" y="0"/>
                  <a:pt x="50857" y="0"/>
                  <a:pt x="113592" y="0"/>
                </a:cubicBezTo>
                <a:close/>
              </a:path>
            </a:pathLst>
          </a:custGeom>
          <a:solidFill>
            <a:srgbClr val="E1F5EE"/>
          </a:solidFill>
          <a:ln w="14189" cap="flat">
            <a:solidFill>
              <a:srgbClr val="0F6E56"/>
            </a:solidFill>
            <a:prstDash val="solid"/>
            <a:miter/>
          </a:ln>
        </p:spPr>
        <p:txBody>
          <a:bodyPr rtlCol="0" anchor="ctr"/>
          <a:lstStyle/>
          <a:p>
            <a:endParaRPr lang="en-US"/>
          </a:p>
        </p:txBody>
      </p:sp>
      <p:sp>
        <p:nvSpPr>
          <p:cNvPr id="32" name="标题 1">
            <a:extLst>
              <a:ext uri="{FF2B5EF4-FFF2-40B4-BE49-F238E27FC236}">
                <a16:creationId xmlns:a16="http://schemas.microsoft.com/office/drawing/2014/main" id="{889DB306-FA8C-4555-B08C-D9F843C52595}"/>
              </a:ext>
            </a:extLst>
          </p:cNvPr>
          <p:cNvSpPr txBox="1">
            <a:spLocks/>
          </p:cNvSpPr>
          <p:nvPr/>
        </p:nvSpPr>
        <p:spPr bwMode="auto">
          <a:xfrm>
            <a:off x="0" y="60271"/>
            <a:ext cx="12196763" cy="61665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0" rIns="0" bIns="0" rtlCol="0" anchor="ctr">
            <a:noAutofit/>
          </a:bodyPr>
          <a:lstStyle>
            <a:lvl1pPr marR="0" indent="0" defTabSz="1218712" fontAlgn="auto">
              <a:lnSpc>
                <a:spcPct val="100000"/>
              </a:lnSpc>
              <a:spcBef>
                <a:spcPct val="0"/>
              </a:spcBef>
              <a:spcAft>
                <a:spcPts val="0"/>
              </a:spcAft>
              <a:buClrTx/>
              <a:buSzTx/>
              <a:buFontTx/>
              <a:buNone/>
              <a:tabLst/>
              <a:defRPr sz="2799" b="1">
                <a:solidFill>
                  <a:srgbClr val="C00000"/>
                </a:solidFill>
                <a:latin typeface="+mj-lt"/>
                <a:ea typeface="+mj-ea"/>
                <a:cs typeface="+mj-cs"/>
              </a:defRPr>
            </a:lvl1pPr>
            <a:lvl2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2pPr>
            <a:lvl3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3pPr>
            <a:lvl4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4pPr>
            <a:lvl5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5pPr>
            <a:lvl6pPr marL="8185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6pPr>
            <a:lvl7pPr marL="12757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7pPr>
            <a:lvl8pPr marL="17329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8pPr>
            <a:lvl9pPr marL="21901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9pPr>
          </a:lstStyle>
          <a:p>
            <a:pPr marL="0" marR="0" lvl="0" indent="0" defTabSz="1218712" rtl="0" eaLnBrk="1" fontAlgn="auto" latinLnBrk="0" hangingPunct="1">
              <a:lnSpc>
                <a:spcPct val="100000"/>
              </a:lnSpc>
              <a:spcBef>
                <a:spcPct val="0"/>
              </a:spcBef>
              <a:spcAft>
                <a:spcPts val="0"/>
              </a:spcAft>
              <a:buClrTx/>
              <a:buSzTx/>
              <a:buFontTx/>
              <a:buNone/>
              <a:tabLst/>
              <a:defRPr/>
            </a:pPr>
            <a:r>
              <a:rPr lang="en-SG" altLang="zh-CN" sz="2800" b="1" dirty="0">
                <a:solidFill>
                  <a:srgbClr val="0070C0"/>
                </a:solidFill>
              </a:rPr>
              <a:t>RA-AAI Organization Structure </a:t>
            </a:r>
            <a:endPar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endParaRPr>
          </a:p>
        </p:txBody>
      </p:sp>
      <p:sp>
        <p:nvSpPr>
          <p:cNvPr id="19" name="Freeform: Shape 18">
            <a:extLst>
              <a:ext uri="{FF2B5EF4-FFF2-40B4-BE49-F238E27FC236}">
                <a16:creationId xmlns:a16="http://schemas.microsoft.com/office/drawing/2014/main" id="{F0CCBB6B-CF7A-40AA-93BB-C3B2761A8F64}"/>
              </a:ext>
            </a:extLst>
          </p:cNvPr>
          <p:cNvSpPr/>
          <p:nvPr/>
        </p:nvSpPr>
        <p:spPr>
          <a:xfrm>
            <a:off x="6837402" y="2434807"/>
            <a:ext cx="14198" cy="425968"/>
          </a:xfrm>
          <a:custGeom>
            <a:avLst/>
            <a:gdLst>
              <a:gd name="connsiteX0" fmla="*/ 0 w 14198"/>
              <a:gd name="connsiteY0" fmla="*/ 0 h 425968"/>
              <a:gd name="connsiteX1" fmla="*/ 0 w 14198"/>
              <a:gd name="connsiteY1" fmla="*/ 425969 h 425968"/>
            </a:gdLst>
            <a:ahLst/>
            <a:cxnLst>
              <a:cxn ang="0">
                <a:pos x="connsiteX0" y="connsiteY0"/>
              </a:cxn>
              <a:cxn ang="0">
                <a:pos x="connsiteX1" y="connsiteY1"/>
              </a:cxn>
            </a:cxnLst>
            <a:rect l="l" t="t" r="r" b="b"/>
            <a:pathLst>
              <a:path w="14198" h="425968">
                <a:moveTo>
                  <a:pt x="0" y="0"/>
                </a:moveTo>
                <a:lnTo>
                  <a:pt x="0" y="425969"/>
                </a:lnTo>
              </a:path>
            </a:pathLst>
          </a:custGeom>
          <a:ln w="14189" cap="flat">
            <a:solidFill>
              <a:srgbClr val="B4B2A9"/>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9BD0733-2D64-4439-A1B7-4A9301632E50}"/>
              </a:ext>
            </a:extLst>
          </p:cNvPr>
          <p:cNvSpPr/>
          <p:nvPr/>
        </p:nvSpPr>
        <p:spPr>
          <a:xfrm>
            <a:off x="4011808" y="2878476"/>
            <a:ext cx="5679584" cy="14198"/>
          </a:xfrm>
          <a:custGeom>
            <a:avLst/>
            <a:gdLst>
              <a:gd name="connsiteX0" fmla="*/ 0 w 5679584"/>
              <a:gd name="connsiteY0" fmla="*/ 0 h 14198"/>
              <a:gd name="connsiteX1" fmla="*/ 5679584 w 5679584"/>
              <a:gd name="connsiteY1" fmla="*/ 0 h 14198"/>
            </a:gdLst>
            <a:ahLst/>
            <a:cxnLst>
              <a:cxn ang="0">
                <a:pos x="connsiteX0" y="connsiteY0"/>
              </a:cxn>
              <a:cxn ang="0">
                <a:pos x="connsiteX1" y="connsiteY1"/>
              </a:cxn>
            </a:cxnLst>
            <a:rect l="l" t="t" r="r" b="b"/>
            <a:pathLst>
              <a:path w="5679584" h="14198">
                <a:moveTo>
                  <a:pt x="0" y="0"/>
                </a:moveTo>
                <a:lnTo>
                  <a:pt x="5679584" y="0"/>
                </a:lnTo>
              </a:path>
            </a:pathLst>
          </a:custGeom>
          <a:ln w="14189" cap="flat">
            <a:solidFill>
              <a:srgbClr val="B4B2A9"/>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24AE41F-A228-4119-A72C-74451EB55981}"/>
              </a:ext>
            </a:extLst>
          </p:cNvPr>
          <p:cNvSpPr/>
          <p:nvPr/>
        </p:nvSpPr>
        <p:spPr>
          <a:xfrm>
            <a:off x="4011808" y="2878477"/>
            <a:ext cx="14198" cy="170387"/>
          </a:xfrm>
          <a:custGeom>
            <a:avLst/>
            <a:gdLst>
              <a:gd name="connsiteX0" fmla="*/ 0 w 14198"/>
              <a:gd name="connsiteY0" fmla="*/ 0 h 170387"/>
              <a:gd name="connsiteX1" fmla="*/ 0 w 14198"/>
              <a:gd name="connsiteY1" fmla="*/ 170388 h 170387"/>
            </a:gdLst>
            <a:ahLst/>
            <a:cxnLst>
              <a:cxn ang="0">
                <a:pos x="connsiteX0" y="connsiteY0"/>
              </a:cxn>
              <a:cxn ang="0">
                <a:pos x="connsiteX1" y="connsiteY1"/>
              </a:cxn>
            </a:cxnLst>
            <a:rect l="l" t="t" r="r" b="b"/>
            <a:pathLst>
              <a:path w="14198" h="170387">
                <a:moveTo>
                  <a:pt x="0" y="0"/>
                </a:moveTo>
                <a:lnTo>
                  <a:pt x="0" y="170388"/>
                </a:lnTo>
              </a:path>
            </a:pathLst>
          </a:custGeom>
          <a:ln w="14189" cap="flat">
            <a:solidFill>
              <a:srgbClr val="B4B2A9"/>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E871A8A-F9A7-4179-887A-8CC87A2FF373}"/>
              </a:ext>
            </a:extLst>
          </p:cNvPr>
          <p:cNvSpPr/>
          <p:nvPr/>
        </p:nvSpPr>
        <p:spPr>
          <a:xfrm>
            <a:off x="6851600" y="2878477"/>
            <a:ext cx="14198" cy="170387"/>
          </a:xfrm>
          <a:custGeom>
            <a:avLst/>
            <a:gdLst>
              <a:gd name="connsiteX0" fmla="*/ 0 w 14198"/>
              <a:gd name="connsiteY0" fmla="*/ 0 h 170387"/>
              <a:gd name="connsiteX1" fmla="*/ 0 w 14198"/>
              <a:gd name="connsiteY1" fmla="*/ 170388 h 170387"/>
            </a:gdLst>
            <a:ahLst/>
            <a:cxnLst>
              <a:cxn ang="0">
                <a:pos x="connsiteX0" y="connsiteY0"/>
              </a:cxn>
              <a:cxn ang="0">
                <a:pos x="connsiteX1" y="connsiteY1"/>
              </a:cxn>
            </a:cxnLst>
            <a:rect l="l" t="t" r="r" b="b"/>
            <a:pathLst>
              <a:path w="14198" h="170387">
                <a:moveTo>
                  <a:pt x="0" y="0"/>
                </a:moveTo>
                <a:lnTo>
                  <a:pt x="0" y="170388"/>
                </a:lnTo>
              </a:path>
            </a:pathLst>
          </a:custGeom>
          <a:ln w="14189" cap="flat">
            <a:solidFill>
              <a:srgbClr val="B4B2A9"/>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3A89A3E-7E9B-4DDE-8089-E061E5F53E5B}"/>
              </a:ext>
            </a:extLst>
          </p:cNvPr>
          <p:cNvSpPr/>
          <p:nvPr/>
        </p:nvSpPr>
        <p:spPr>
          <a:xfrm>
            <a:off x="9691392" y="2878477"/>
            <a:ext cx="14198" cy="170387"/>
          </a:xfrm>
          <a:custGeom>
            <a:avLst/>
            <a:gdLst>
              <a:gd name="connsiteX0" fmla="*/ 0 w 14198"/>
              <a:gd name="connsiteY0" fmla="*/ 0 h 170387"/>
              <a:gd name="connsiteX1" fmla="*/ 0 w 14198"/>
              <a:gd name="connsiteY1" fmla="*/ 170388 h 170387"/>
            </a:gdLst>
            <a:ahLst/>
            <a:cxnLst>
              <a:cxn ang="0">
                <a:pos x="connsiteX0" y="connsiteY0"/>
              </a:cxn>
              <a:cxn ang="0">
                <a:pos x="connsiteX1" y="connsiteY1"/>
              </a:cxn>
            </a:cxnLst>
            <a:rect l="l" t="t" r="r" b="b"/>
            <a:pathLst>
              <a:path w="14198" h="170387">
                <a:moveTo>
                  <a:pt x="0" y="0"/>
                </a:moveTo>
                <a:lnTo>
                  <a:pt x="0" y="170388"/>
                </a:lnTo>
              </a:path>
            </a:pathLst>
          </a:custGeom>
          <a:ln w="14189" cap="flat">
            <a:solidFill>
              <a:srgbClr val="B4B2A9"/>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886B4441-E00E-4CA5-ACAF-99134374BEE1}"/>
              </a:ext>
            </a:extLst>
          </p:cNvPr>
          <p:cNvSpPr/>
          <p:nvPr/>
        </p:nvSpPr>
        <p:spPr>
          <a:xfrm>
            <a:off x="4011808" y="3844006"/>
            <a:ext cx="14198" cy="141989"/>
          </a:xfrm>
          <a:custGeom>
            <a:avLst/>
            <a:gdLst>
              <a:gd name="connsiteX0" fmla="*/ 0 w 14198"/>
              <a:gd name="connsiteY0" fmla="*/ 0 h 141989"/>
              <a:gd name="connsiteX1" fmla="*/ 0 w 14198"/>
              <a:gd name="connsiteY1" fmla="*/ 141990 h 141989"/>
            </a:gdLst>
            <a:ahLst/>
            <a:cxnLst>
              <a:cxn ang="0">
                <a:pos x="connsiteX0" y="connsiteY0"/>
              </a:cxn>
              <a:cxn ang="0">
                <a:pos x="connsiteX1" y="connsiteY1"/>
              </a:cxn>
            </a:cxnLst>
            <a:rect l="l" t="t" r="r" b="b"/>
            <a:pathLst>
              <a:path w="14198" h="141989">
                <a:moveTo>
                  <a:pt x="0" y="0"/>
                </a:moveTo>
                <a:lnTo>
                  <a:pt x="0" y="141990"/>
                </a:lnTo>
              </a:path>
            </a:pathLst>
          </a:custGeom>
          <a:ln w="14189" cap="flat">
            <a:solidFill>
              <a:srgbClr val="B4B2A9"/>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A54E1-75A2-4D60-BA79-B670177E609A}"/>
              </a:ext>
            </a:extLst>
          </p:cNvPr>
          <p:cNvSpPr/>
          <p:nvPr/>
        </p:nvSpPr>
        <p:spPr>
          <a:xfrm>
            <a:off x="6851600" y="3844006"/>
            <a:ext cx="14198" cy="141989"/>
          </a:xfrm>
          <a:custGeom>
            <a:avLst/>
            <a:gdLst>
              <a:gd name="connsiteX0" fmla="*/ 0 w 14198"/>
              <a:gd name="connsiteY0" fmla="*/ 0 h 141989"/>
              <a:gd name="connsiteX1" fmla="*/ 0 w 14198"/>
              <a:gd name="connsiteY1" fmla="*/ 141990 h 141989"/>
            </a:gdLst>
            <a:ahLst/>
            <a:cxnLst>
              <a:cxn ang="0">
                <a:pos x="connsiteX0" y="connsiteY0"/>
              </a:cxn>
              <a:cxn ang="0">
                <a:pos x="connsiteX1" y="connsiteY1"/>
              </a:cxn>
            </a:cxnLst>
            <a:rect l="l" t="t" r="r" b="b"/>
            <a:pathLst>
              <a:path w="14198" h="141989">
                <a:moveTo>
                  <a:pt x="0" y="0"/>
                </a:moveTo>
                <a:lnTo>
                  <a:pt x="0" y="141990"/>
                </a:lnTo>
              </a:path>
            </a:pathLst>
          </a:custGeom>
          <a:ln w="14189" cap="flat">
            <a:solidFill>
              <a:srgbClr val="B4B2A9"/>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1A22E86-B74C-404A-BE1C-352C9EE4BABA}"/>
              </a:ext>
            </a:extLst>
          </p:cNvPr>
          <p:cNvSpPr/>
          <p:nvPr/>
        </p:nvSpPr>
        <p:spPr>
          <a:xfrm>
            <a:off x="9691392" y="3844006"/>
            <a:ext cx="14198" cy="141989"/>
          </a:xfrm>
          <a:custGeom>
            <a:avLst/>
            <a:gdLst>
              <a:gd name="connsiteX0" fmla="*/ 0 w 14198"/>
              <a:gd name="connsiteY0" fmla="*/ 0 h 141989"/>
              <a:gd name="connsiteX1" fmla="*/ 0 w 14198"/>
              <a:gd name="connsiteY1" fmla="*/ 141990 h 141989"/>
            </a:gdLst>
            <a:ahLst/>
            <a:cxnLst>
              <a:cxn ang="0">
                <a:pos x="connsiteX0" y="connsiteY0"/>
              </a:cxn>
              <a:cxn ang="0">
                <a:pos x="connsiteX1" y="connsiteY1"/>
              </a:cxn>
            </a:cxnLst>
            <a:rect l="l" t="t" r="r" b="b"/>
            <a:pathLst>
              <a:path w="14198" h="141989">
                <a:moveTo>
                  <a:pt x="0" y="0"/>
                </a:moveTo>
                <a:lnTo>
                  <a:pt x="0" y="141990"/>
                </a:lnTo>
              </a:path>
            </a:pathLst>
          </a:custGeom>
          <a:ln w="14189" cap="flat">
            <a:solidFill>
              <a:srgbClr val="B4B2A9"/>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1A4C8C86-4B4D-42DA-B5FD-0FE061825E70}"/>
              </a:ext>
            </a:extLst>
          </p:cNvPr>
          <p:cNvSpPr/>
          <p:nvPr/>
        </p:nvSpPr>
        <p:spPr>
          <a:xfrm>
            <a:off x="4011808" y="3985995"/>
            <a:ext cx="5679584" cy="14198"/>
          </a:xfrm>
          <a:custGeom>
            <a:avLst/>
            <a:gdLst>
              <a:gd name="connsiteX0" fmla="*/ 0 w 5679584"/>
              <a:gd name="connsiteY0" fmla="*/ 0 h 14198"/>
              <a:gd name="connsiteX1" fmla="*/ 5679584 w 5679584"/>
              <a:gd name="connsiteY1" fmla="*/ 0 h 14198"/>
            </a:gdLst>
            <a:ahLst/>
            <a:cxnLst>
              <a:cxn ang="0">
                <a:pos x="connsiteX0" y="connsiteY0"/>
              </a:cxn>
              <a:cxn ang="0">
                <a:pos x="connsiteX1" y="connsiteY1"/>
              </a:cxn>
            </a:cxnLst>
            <a:rect l="l" t="t" r="r" b="b"/>
            <a:pathLst>
              <a:path w="5679584" h="14198">
                <a:moveTo>
                  <a:pt x="0" y="0"/>
                </a:moveTo>
                <a:lnTo>
                  <a:pt x="5679584" y="0"/>
                </a:lnTo>
              </a:path>
            </a:pathLst>
          </a:custGeom>
          <a:ln w="14189" cap="flat">
            <a:solidFill>
              <a:srgbClr val="B4B2A9"/>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C6594CC4-AB6D-4D06-8D61-06B0913A8167}"/>
              </a:ext>
            </a:extLst>
          </p:cNvPr>
          <p:cNvSpPr/>
          <p:nvPr/>
        </p:nvSpPr>
        <p:spPr>
          <a:xfrm>
            <a:off x="6851600" y="4112067"/>
            <a:ext cx="14198" cy="340775"/>
          </a:xfrm>
          <a:custGeom>
            <a:avLst/>
            <a:gdLst>
              <a:gd name="connsiteX0" fmla="*/ 0 w 14198"/>
              <a:gd name="connsiteY0" fmla="*/ 0 h 340775"/>
              <a:gd name="connsiteX1" fmla="*/ 0 w 14198"/>
              <a:gd name="connsiteY1" fmla="*/ 340775 h 340775"/>
            </a:gdLst>
            <a:ahLst/>
            <a:cxnLst>
              <a:cxn ang="0">
                <a:pos x="connsiteX0" y="connsiteY0"/>
              </a:cxn>
              <a:cxn ang="0">
                <a:pos x="connsiteX1" y="connsiteY1"/>
              </a:cxn>
            </a:cxnLst>
            <a:rect l="l" t="t" r="r" b="b"/>
            <a:pathLst>
              <a:path w="14198" h="340775">
                <a:moveTo>
                  <a:pt x="0" y="0"/>
                </a:moveTo>
                <a:lnTo>
                  <a:pt x="0" y="340775"/>
                </a:lnTo>
              </a:path>
            </a:pathLst>
          </a:custGeom>
          <a:ln w="14189" cap="flat">
            <a:solidFill>
              <a:srgbClr val="B4B2A9"/>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624C399-01FA-4028-B0DF-78E790F6DCA3}"/>
              </a:ext>
            </a:extLst>
          </p:cNvPr>
          <p:cNvSpPr/>
          <p:nvPr/>
        </p:nvSpPr>
        <p:spPr>
          <a:xfrm>
            <a:off x="5411180" y="1546310"/>
            <a:ext cx="2839792" cy="795141"/>
          </a:xfrm>
          <a:custGeom>
            <a:avLst/>
            <a:gdLst>
              <a:gd name="connsiteX0" fmla="*/ 2726201 w 2839792"/>
              <a:gd name="connsiteY0" fmla="*/ 0 h 795141"/>
              <a:gd name="connsiteX1" fmla="*/ 2839792 w 2839792"/>
              <a:gd name="connsiteY1" fmla="*/ 0 h 795141"/>
              <a:gd name="connsiteX2" fmla="*/ 2839792 w 2839792"/>
              <a:gd name="connsiteY2" fmla="*/ 795142 h 795141"/>
              <a:gd name="connsiteX3" fmla="*/ 2726201 w 2839792"/>
              <a:gd name="connsiteY3" fmla="*/ 795142 h 795141"/>
              <a:gd name="connsiteX4" fmla="*/ 113592 w 2839792"/>
              <a:gd name="connsiteY4" fmla="*/ 795142 h 795141"/>
              <a:gd name="connsiteX5" fmla="*/ 0 w 2839792"/>
              <a:gd name="connsiteY5" fmla="*/ 795142 h 795141"/>
              <a:gd name="connsiteX6" fmla="*/ 0 w 2839792"/>
              <a:gd name="connsiteY6" fmla="*/ 0 h 795141"/>
              <a:gd name="connsiteX7" fmla="*/ 113592 w 2839792"/>
              <a:gd name="connsiteY7" fmla="*/ 0 h 79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9792" h="795141">
                <a:moveTo>
                  <a:pt x="2726201" y="0"/>
                </a:moveTo>
                <a:cubicBezTo>
                  <a:pt x="2788935" y="0"/>
                  <a:pt x="2839792" y="0"/>
                  <a:pt x="2839792" y="0"/>
                </a:cubicBezTo>
                <a:lnTo>
                  <a:pt x="2839792" y="795142"/>
                </a:lnTo>
                <a:cubicBezTo>
                  <a:pt x="2839792" y="795142"/>
                  <a:pt x="2788935" y="795142"/>
                  <a:pt x="2726201" y="795142"/>
                </a:cubicBezTo>
                <a:lnTo>
                  <a:pt x="113592" y="795142"/>
                </a:lnTo>
                <a:cubicBezTo>
                  <a:pt x="50857" y="795142"/>
                  <a:pt x="0" y="795142"/>
                  <a:pt x="0" y="795142"/>
                </a:cubicBezTo>
                <a:lnTo>
                  <a:pt x="0" y="0"/>
                </a:lnTo>
                <a:cubicBezTo>
                  <a:pt x="0" y="0"/>
                  <a:pt x="50857" y="0"/>
                  <a:pt x="113592" y="0"/>
                </a:cubicBezTo>
                <a:close/>
              </a:path>
            </a:pathLst>
          </a:custGeom>
          <a:solidFill>
            <a:srgbClr val="EEEDFE"/>
          </a:solidFill>
          <a:ln w="14189" cap="flat">
            <a:solidFill>
              <a:srgbClr val="534AB7"/>
            </a:solidFill>
            <a:prstDash val="solid"/>
            <a:miter/>
          </a:ln>
        </p:spPr>
        <p:txBody>
          <a:bodyPr rtlCol="0" anchor="ctr"/>
          <a:lstStyle/>
          <a:p>
            <a:endParaRPr lang="en-US"/>
          </a:p>
        </p:txBody>
      </p:sp>
      <p:sp>
        <p:nvSpPr>
          <p:cNvPr id="36" name="TextBox 35">
            <a:extLst>
              <a:ext uri="{FF2B5EF4-FFF2-40B4-BE49-F238E27FC236}">
                <a16:creationId xmlns:a16="http://schemas.microsoft.com/office/drawing/2014/main" id="{EF040CD6-9F4B-4C08-A2C3-51715C3070A3}"/>
              </a:ext>
            </a:extLst>
          </p:cNvPr>
          <p:cNvSpPr txBox="1"/>
          <p:nvPr/>
        </p:nvSpPr>
        <p:spPr>
          <a:xfrm>
            <a:off x="6282689" y="1749406"/>
            <a:ext cx="1079142" cy="333168"/>
          </a:xfrm>
          <a:prstGeom prst="rect">
            <a:avLst/>
          </a:prstGeom>
          <a:noFill/>
        </p:spPr>
        <p:txBody>
          <a:bodyPr wrap="none" rtlCol="0">
            <a:spAutoFit/>
          </a:bodyPr>
          <a:lstStyle/>
          <a:p>
            <a:pPr algn="l"/>
            <a:r>
              <a:rPr lang="en-US" sz="1565" b="1" dirty="0">
                <a:solidFill>
                  <a:srgbClr val="26215C"/>
                </a:solidFill>
                <a:latin typeface="Arial"/>
                <a:cs typeface="Arial"/>
                <a:sym typeface="Arial"/>
                <a:rtl val="0"/>
              </a:rPr>
              <a:t>Structure</a:t>
            </a:r>
          </a:p>
        </p:txBody>
      </p:sp>
      <p:sp>
        <p:nvSpPr>
          <p:cNvPr id="37" name="Freeform: Shape 36">
            <a:extLst>
              <a:ext uri="{FF2B5EF4-FFF2-40B4-BE49-F238E27FC236}">
                <a16:creationId xmlns:a16="http://schemas.microsoft.com/office/drawing/2014/main" id="{13D9ED55-7A07-4AD1-8A81-D2A18CA23FA2}"/>
              </a:ext>
            </a:extLst>
          </p:cNvPr>
          <p:cNvSpPr/>
          <p:nvPr/>
        </p:nvSpPr>
        <p:spPr>
          <a:xfrm>
            <a:off x="2904534" y="3078980"/>
            <a:ext cx="2555812" cy="795141"/>
          </a:xfrm>
          <a:custGeom>
            <a:avLst/>
            <a:gdLst>
              <a:gd name="connsiteX0" fmla="*/ 2442221 w 2555812"/>
              <a:gd name="connsiteY0" fmla="*/ 0 h 795141"/>
              <a:gd name="connsiteX1" fmla="*/ 2555813 w 2555812"/>
              <a:gd name="connsiteY1" fmla="*/ 0 h 795141"/>
              <a:gd name="connsiteX2" fmla="*/ 2555813 w 2555812"/>
              <a:gd name="connsiteY2" fmla="*/ 795142 h 795141"/>
              <a:gd name="connsiteX3" fmla="*/ 2442221 w 2555812"/>
              <a:gd name="connsiteY3" fmla="*/ 795142 h 795141"/>
              <a:gd name="connsiteX4" fmla="*/ 113592 w 2555812"/>
              <a:gd name="connsiteY4" fmla="*/ 795142 h 795141"/>
              <a:gd name="connsiteX5" fmla="*/ 0 w 2555812"/>
              <a:gd name="connsiteY5" fmla="*/ 795142 h 795141"/>
              <a:gd name="connsiteX6" fmla="*/ 0 w 2555812"/>
              <a:gd name="connsiteY6" fmla="*/ 0 h 795141"/>
              <a:gd name="connsiteX7" fmla="*/ 113592 w 2555812"/>
              <a:gd name="connsiteY7" fmla="*/ 0 h 79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5812" h="795141">
                <a:moveTo>
                  <a:pt x="2442221" y="0"/>
                </a:moveTo>
                <a:cubicBezTo>
                  <a:pt x="2504956" y="0"/>
                  <a:pt x="2555813" y="0"/>
                  <a:pt x="2555813" y="0"/>
                </a:cubicBezTo>
                <a:lnTo>
                  <a:pt x="2555813" y="795142"/>
                </a:lnTo>
                <a:cubicBezTo>
                  <a:pt x="2555813" y="795142"/>
                  <a:pt x="2504956" y="795142"/>
                  <a:pt x="2442221" y="795142"/>
                </a:cubicBezTo>
                <a:lnTo>
                  <a:pt x="113592" y="795142"/>
                </a:lnTo>
                <a:cubicBezTo>
                  <a:pt x="50857" y="795142"/>
                  <a:pt x="0" y="795142"/>
                  <a:pt x="0" y="795142"/>
                </a:cubicBezTo>
                <a:lnTo>
                  <a:pt x="0" y="0"/>
                </a:lnTo>
                <a:cubicBezTo>
                  <a:pt x="0" y="0"/>
                  <a:pt x="50857" y="0"/>
                  <a:pt x="113592" y="0"/>
                </a:cubicBezTo>
                <a:close/>
              </a:path>
            </a:pathLst>
          </a:custGeom>
          <a:solidFill>
            <a:srgbClr val="E1F5EE"/>
          </a:solidFill>
          <a:ln w="14189" cap="flat">
            <a:solidFill>
              <a:srgbClr val="0F6E56"/>
            </a:solidFill>
            <a:prstDash val="solid"/>
            <a:miter/>
          </a:ln>
        </p:spPr>
        <p:txBody>
          <a:bodyPr rtlCol="0" anchor="ctr"/>
          <a:lstStyle/>
          <a:p>
            <a:endParaRPr lang="en-US"/>
          </a:p>
        </p:txBody>
      </p:sp>
      <p:sp>
        <p:nvSpPr>
          <p:cNvPr id="38" name="TextBox 37">
            <a:extLst>
              <a:ext uri="{FF2B5EF4-FFF2-40B4-BE49-F238E27FC236}">
                <a16:creationId xmlns:a16="http://schemas.microsoft.com/office/drawing/2014/main" id="{EC067CF0-9E26-4111-A8EC-1D39C268BD22}"/>
              </a:ext>
            </a:extLst>
          </p:cNvPr>
          <p:cNvSpPr txBox="1"/>
          <p:nvPr/>
        </p:nvSpPr>
        <p:spPr>
          <a:xfrm>
            <a:off x="910905" y="3267442"/>
            <a:ext cx="1320746" cy="333168"/>
          </a:xfrm>
          <a:prstGeom prst="rect">
            <a:avLst/>
          </a:prstGeom>
          <a:noFill/>
        </p:spPr>
        <p:txBody>
          <a:bodyPr wrap="none" rtlCol="0">
            <a:spAutoFit/>
          </a:bodyPr>
          <a:lstStyle/>
          <a:p>
            <a:pPr algn="l"/>
            <a:r>
              <a:rPr lang="en-US" sz="1565" b="1" dirty="0">
                <a:solidFill>
                  <a:srgbClr val="04342C"/>
                </a:solidFill>
                <a:latin typeface="Arial"/>
                <a:cs typeface="Arial"/>
                <a:sym typeface="Arial"/>
                <a:rtl val="0"/>
              </a:rPr>
              <a:t>Work Item 0</a:t>
            </a:r>
          </a:p>
        </p:txBody>
      </p:sp>
      <p:sp>
        <p:nvSpPr>
          <p:cNvPr id="40" name="Freeform: Shape 39">
            <a:extLst>
              <a:ext uri="{FF2B5EF4-FFF2-40B4-BE49-F238E27FC236}">
                <a16:creationId xmlns:a16="http://schemas.microsoft.com/office/drawing/2014/main" id="{AC4A987A-804D-497A-BA2C-49A14EE01AEE}"/>
              </a:ext>
            </a:extLst>
          </p:cNvPr>
          <p:cNvSpPr/>
          <p:nvPr/>
        </p:nvSpPr>
        <p:spPr>
          <a:xfrm>
            <a:off x="5573694" y="3048865"/>
            <a:ext cx="2555812" cy="795141"/>
          </a:xfrm>
          <a:custGeom>
            <a:avLst/>
            <a:gdLst>
              <a:gd name="connsiteX0" fmla="*/ 2442221 w 2555812"/>
              <a:gd name="connsiteY0" fmla="*/ 0 h 795141"/>
              <a:gd name="connsiteX1" fmla="*/ 2555813 w 2555812"/>
              <a:gd name="connsiteY1" fmla="*/ 0 h 795141"/>
              <a:gd name="connsiteX2" fmla="*/ 2555813 w 2555812"/>
              <a:gd name="connsiteY2" fmla="*/ 795142 h 795141"/>
              <a:gd name="connsiteX3" fmla="*/ 2442221 w 2555812"/>
              <a:gd name="connsiteY3" fmla="*/ 795142 h 795141"/>
              <a:gd name="connsiteX4" fmla="*/ 113592 w 2555812"/>
              <a:gd name="connsiteY4" fmla="*/ 795142 h 795141"/>
              <a:gd name="connsiteX5" fmla="*/ 0 w 2555812"/>
              <a:gd name="connsiteY5" fmla="*/ 795142 h 795141"/>
              <a:gd name="connsiteX6" fmla="*/ 0 w 2555812"/>
              <a:gd name="connsiteY6" fmla="*/ 0 h 795141"/>
              <a:gd name="connsiteX7" fmla="*/ 113592 w 2555812"/>
              <a:gd name="connsiteY7" fmla="*/ 0 h 79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5812" h="795141">
                <a:moveTo>
                  <a:pt x="2442221" y="0"/>
                </a:moveTo>
                <a:cubicBezTo>
                  <a:pt x="2504956" y="0"/>
                  <a:pt x="2555813" y="0"/>
                  <a:pt x="2555813" y="0"/>
                </a:cubicBezTo>
                <a:lnTo>
                  <a:pt x="2555813" y="795142"/>
                </a:lnTo>
                <a:cubicBezTo>
                  <a:pt x="2555813" y="795142"/>
                  <a:pt x="2504956" y="795142"/>
                  <a:pt x="2442221" y="795142"/>
                </a:cubicBezTo>
                <a:lnTo>
                  <a:pt x="113592" y="795142"/>
                </a:lnTo>
                <a:cubicBezTo>
                  <a:pt x="50857" y="795142"/>
                  <a:pt x="0" y="795142"/>
                  <a:pt x="0" y="795142"/>
                </a:cubicBezTo>
                <a:lnTo>
                  <a:pt x="0" y="0"/>
                </a:lnTo>
                <a:cubicBezTo>
                  <a:pt x="0" y="0"/>
                  <a:pt x="50857" y="0"/>
                  <a:pt x="113592" y="0"/>
                </a:cubicBezTo>
                <a:close/>
              </a:path>
            </a:pathLst>
          </a:custGeom>
          <a:solidFill>
            <a:srgbClr val="E1F5EE"/>
          </a:solidFill>
          <a:ln w="14189" cap="flat">
            <a:solidFill>
              <a:srgbClr val="0F6E56"/>
            </a:solidFill>
            <a:prstDash val="solid"/>
            <a:miter/>
          </a:ln>
        </p:spPr>
        <p:txBody>
          <a:bodyPr rtlCol="0" anchor="ctr"/>
          <a:lstStyle/>
          <a:p>
            <a:endParaRPr lang="en-US"/>
          </a:p>
        </p:txBody>
      </p:sp>
      <p:sp>
        <p:nvSpPr>
          <p:cNvPr id="43" name="TextBox 42">
            <a:extLst>
              <a:ext uri="{FF2B5EF4-FFF2-40B4-BE49-F238E27FC236}">
                <a16:creationId xmlns:a16="http://schemas.microsoft.com/office/drawing/2014/main" id="{DFE8000B-56CA-489F-90A1-F687A30AFAF2}"/>
              </a:ext>
            </a:extLst>
          </p:cNvPr>
          <p:cNvSpPr txBox="1"/>
          <p:nvPr/>
        </p:nvSpPr>
        <p:spPr>
          <a:xfrm>
            <a:off x="3610584" y="3175139"/>
            <a:ext cx="1376852" cy="333168"/>
          </a:xfrm>
          <a:prstGeom prst="rect">
            <a:avLst/>
          </a:prstGeom>
          <a:noFill/>
        </p:spPr>
        <p:txBody>
          <a:bodyPr wrap="none" rtlCol="0">
            <a:spAutoFit/>
          </a:bodyPr>
          <a:lstStyle/>
          <a:p>
            <a:pPr algn="l"/>
            <a:r>
              <a:rPr lang="en-US" sz="1565" b="1" dirty="0">
                <a:solidFill>
                  <a:srgbClr val="04342C"/>
                </a:solidFill>
                <a:latin typeface="Arial"/>
                <a:cs typeface="Arial"/>
                <a:sym typeface="Arial"/>
                <a:rtl val="0"/>
              </a:rPr>
              <a:t>Work Item 1 </a:t>
            </a:r>
          </a:p>
        </p:txBody>
      </p:sp>
      <p:sp>
        <p:nvSpPr>
          <p:cNvPr id="46" name="TextBox 45">
            <a:extLst>
              <a:ext uri="{FF2B5EF4-FFF2-40B4-BE49-F238E27FC236}">
                <a16:creationId xmlns:a16="http://schemas.microsoft.com/office/drawing/2014/main" id="{4E385241-0B78-4A1A-91AE-3B0600483EDC}"/>
              </a:ext>
            </a:extLst>
          </p:cNvPr>
          <p:cNvSpPr txBox="1"/>
          <p:nvPr/>
        </p:nvSpPr>
        <p:spPr>
          <a:xfrm>
            <a:off x="6156075" y="3084237"/>
            <a:ext cx="1376852" cy="333168"/>
          </a:xfrm>
          <a:prstGeom prst="rect">
            <a:avLst/>
          </a:prstGeom>
          <a:noFill/>
        </p:spPr>
        <p:txBody>
          <a:bodyPr wrap="none" rtlCol="0">
            <a:spAutoFit/>
          </a:bodyPr>
          <a:lstStyle/>
          <a:p>
            <a:pPr algn="l"/>
            <a:r>
              <a:rPr lang="en-US" sz="1565" b="1" dirty="0">
                <a:solidFill>
                  <a:srgbClr val="2C2C2A"/>
                </a:solidFill>
                <a:latin typeface="Arial"/>
                <a:cs typeface="Arial"/>
                <a:sym typeface="Arial"/>
                <a:rtl val="0"/>
              </a:rPr>
              <a:t>Work Item 2 </a:t>
            </a:r>
          </a:p>
        </p:txBody>
      </p:sp>
      <p:sp>
        <p:nvSpPr>
          <p:cNvPr id="52" name="TextBox 51">
            <a:extLst>
              <a:ext uri="{FF2B5EF4-FFF2-40B4-BE49-F238E27FC236}">
                <a16:creationId xmlns:a16="http://schemas.microsoft.com/office/drawing/2014/main" id="{F9EA9AA4-A987-42C8-9888-E467F79B76BC}"/>
              </a:ext>
            </a:extLst>
          </p:cNvPr>
          <p:cNvSpPr txBox="1"/>
          <p:nvPr/>
        </p:nvSpPr>
        <p:spPr>
          <a:xfrm>
            <a:off x="6183599" y="3415209"/>
            <a:ext cx="1396664" cy="298864"/>
          </a:xfrm>
          <a:prstGeom prst="rect">
            <a:avLst/>
          </a:prstGeom>
          <a:noFill/>
        </p:spPr>
        <p:txBody>
          <a:bodyPr wrap="none" rtlCol="0">
            <a:spAutoFit/>
          </a:bodyPr>
          <a:lstStyle/>
          <a:p>
            <a:pPr algn="l"/>
            <a:r>
              <a:rPr lang="en-US" sz="1342" dirty="0">
                <a:solidFill>
                  <a:srgbClr val="5F5E5A"/>
                </a:solidFill>
                <a:latin typeface="Arial"/>
                <a:cs typeface="Arial"/>
                <a:sym typeface="Arial"/>
                <a:rtl val="0"/>
              </a:rPr>
              <a:t>How to Attest ? </a:t>
            </a:r>
          </a:p>
        </p:txBody>
      </p:sp>
      <p:sp>
        <p:nvSpPr>
          <p:cNvPr id="67" name="TextBox 66">
            <a:extLst>
              <a:ext uri="{FF2B5EF4-FFF2-40B4-BE49-F238E27FC236}">
                <a16:creationId xmlns:a16="http://schemas.microsoft.com/office/drawing/2014/main" id="{55C543E4-9670-41D8-BB18-977A59711B65}"/>
              </a:ext>
            </a:extLst>
          </p:cNvPr>
          <p:cNvSpPr txBox="1"/>
          <p:nvPr/>
        </p:nvSpPr>
        <p:spPr>
          <a:xfrm>
            <a:off x="628721" y="3508306"/>
            <a:ext cx="1838965" cy="298864"/>
          </a:xfrm>
          <a:prstGeom prst="rect">
            <a:avLst/>
          </a:prstGeom>
          <a:noFill/>
        </p:spPr>
        <p:txBody>
          <a:bodyPr wrap="none" rtlCol="0">
            <a:spAutoFit/>
          </a:bodyPr>
          <a:lstStyle/>
          <a:p>
            <a:pPr algn="l"/>
            <a:r>
              <a:rPr lang="en-US" sz="1342" dirty="0">
                <a:solidFill>
                  <a:srgbClr val="5F5E5A"/>
                </a:solidFill>
                <a:latin typeface="Arial"/>
                <a:cs typeface="Arial"/>
                <a:sym typeface="Arial"/>
                <a:rtl val="0"/>
              </a:rPr>
              <a:t>Foundation &amp; Charter</a:t>
            </a:r>
          </a:p>
        </p:txBody>
      </p:sp>
      <p:sp>
        <p:nvSpPr>
          <p:cNvPr id="68" name="TextBox 67">
            <a:extLst>
              <a:ext uri="{FF2B5EF4-FFF2-40B4-BE49-F238E27FC236}">
                <a16:creationId xmlns:a16="http://schemas.microsoft.com/office/drawing/2014/main" id="{B98DABEC-1AC7-4C98-995A-A587E96EF654}"/>
              </a:ext>
            </a:extLst>
          </p:cNvPr>
          <p:cNvSpPr txBox="1"/>
          <p:nvPr/>
        </p:nvSpPr>
        <p:spPr>
          <a:xfrm>
            <a:off x="3576043" y="3451707"/>
            <a:ext cx="1404680" cy="298864"/>
          </a:xfrm>
          <a:prstGeom prst="rect">
            <a:avLst/>
          </a:prstGeom>
          <a:noFill/>
        </p:spPr>
        <p:txBody>
          <a:bodyPr wrap="none" rtlCol="0">
            <a:spAutoFit/>
          </a:bodyPr>
          <a:lstStyle/>
          <a:p>
            <a:pPr algn="l"/>
            <a:r>
              <a:rPr lang="en-US" sz="1342" dirty="0">
                <a:solidFill>
                  <a:srgbClr val="5F5E5A"/>
                </a:solidFill>
                <a:latin typeface="Arial"/>
                <a:cs typeface="Arial"/>
                <a:sym typeface="Arial"/>
                <a:rtl val="0"/>
              </a:rPr>
              <a:t>What to Attest ?</a:t>
            </a:r>
          </a:p>
        </p:txBody>
      </p:sp>
      <p:sp>
        <p:nvSpPr>
          <p:cNvPr id="73" name="TextBox 72">
            <a:extLst>
              <a:ext uri="{FF2B5EF4-FFF2-40B4-BE49-F238E27FC236}">
                <a16:creationId xmlns:a16="http://schemas.microsoft.com/office/drawing/2014/main" id="{34A3B1B3-79F6-4B3A-B3C1-132E5CC40EF7}"/>
              </a:ext>
            </a:extLst>
          </p:cNvPr>
          <p:cNvSpPr txBox="1"/>
          <p:nvPr/>
        </p:nvSpPr>
        <p:spPr>
          <a:xfrm>
            <a:off x="8967021" y="3053216"/>
            <a:ext cx="1320746" cy="333168"/>
          </a:xfrm>
          <a:prstGeom prst="rect">
            <a:avLst/>
          </a:prstGeom>
          <a:noFill/>
        </p:spPr>
        <p:txBody>
          <a:bodyPr wrap="none" rtlCol="0">
            <a:spAutoFit/>
          </a:bodyPr>
          <a:lstStyle/>
          <a:p>
            <a:pPr algn="l"/>
            <a:r>
              <a:rPr lang="en-US" sz="1565" b="1" dirty="0">
                <a:solidFill>
                  <a:srgbClr val="04342C"/>
                </a:solidFill>
                <a:latin typeface="Arial"/>
                <a:cs typeface="Arial"/>
                <a:sym typeface="Arial"/>
                <a:rtl val="0"/>
              </a:rPr>
              <a:t>Work Item 3</a:t>
            </a:r>
          </a:p>
        </p:txBody>
      </p:sp>
      <p:sp>
        <p:nvSpPr>
          <p:cNvPr id="74" name="TextBox 73">
            <a:extLst>
              <a:ext uri="{FF2B5EF4-FFF2-40B4-BE49-F238E27FC236}">
                <a16:creationId xmlns:a16="http://schemas.microsoft.com/office/drawing/2014/main" id="{2B4CF66F-A98B-4ACA-8D91-E7E6915DC710}"/>
              </a:ext>
            </a:extLst>
          </p:cNvPr>
          <p:cNvSpPr txBox="1"/>
          <p:nvPr/>
        </p:nvSpPr>
        <p:spPr>
          <a:xfrm>
            <a:off x="8919207" y="3380348"/>
            <a:ext cx="1558568" cy="298864"/>
          </a:xfrm>
          <a:prstGeom prst="rect">
            <a:avLst/>
          </a:prstGeom>
          <a:noFill/>
        </p:spPr>
        <p:txBody>
          <a:bodyPr wrap="none" rtlCol="0">
            <a:spAutoFit/>
          </a:bodyPr>
          <a:lstStyle/>
          <a:p>
            <a:pPr algn="l"/>
            <a:r>
              <a:rPr lang="en-US" sz="1342" dirty="0">
                <a:solidFill>
                  <a:srgbClr val="5F5E5A"/>
                </a:solidFill>
                <a:latin typeface="Arial"/>
                <a:cs typeface="Arial"/>
                <a:sym typeface="Arial"/>
                <a:rtl val="0"/>
              </a:rPr>
              <a:t>When to Attest ? </a:t>
            </a:r>
          </a:p>
        </p:txBody>
      </p:sp>
      <p:cxnSp>
        <p:nvCxnSpPr>
          <p:cNvPr id="3" name="Straight Connector 2">
            <a:extLst>
              <a:ext uri="{FF2B5EF4-FFF2-40B4-BE49-F238E27FC236}">
                <a16:creationId xmlns:a16="http://schemas.microsoft.com/office/drawing/2014/main" id="{B64A5F53-D215-4FB0-A7B5-521390EA54D7}"/>
              </a:ext>
            </a:extLst>
          </p:cNvPr>
          <p:cNvCxnSpPr/>
          <p:nvPr/>
        </p:nvCxnSpPr>
        <p:spPr>
          <a:xfrm flipH="1">
            <a:off x="1301361" y="1950686"/>
            <a:ext cx="41098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B29E9A8-9A54-4220-B8CA-E0AAF42AAB04}"/>
              </a:ext>
            </a:extLst>
          </p:cNvPr>
          <p:cNvCxnSpPr/>
          <p:nvPr/>
        </p:nvCxnSpPr>
        <p:spPr>
          <a:xfrm>
            <a:off x="1301361" y="1950686"/>
            <a:ext cx="0" cy="116005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540E07D-C4E1-4DA2-93E8-9CC5B83998AB}"/>
              </a:ext>
            </a:extLst>
          </p:cNvPr>
          <p:cNvCxnSpPr/>
          <p:nvPr/>
        </p:nvCxnSpPr>
        <p:spPr>
          <a:xfrm>
            <a:off x="2467686" y="3451707"/>
            <a:ext cx="436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Freeform: Shape 74">
            <a:extLst>
              <a:ext uri="{FF2B5EF4-FFF2-40B4-BE49-F238E27FC236}">
                <a16:creationId xmlns:a16="http://schemas.microsoft.com/office/drawing/2014/main" id="{9A3FC022-949D-4A70-B007-3370ECB7ADE7}"/>
              </a:ext>
            </a:extLst>
          </p:cNvPr>
          <p:cNvSpPr/>
          <p:nvPr/>
        </p:nvSpPr>
        <p:spPr>
          <a:xfrm>
            <a:off x="5674636" y="4486698"/>
            <a:ext cx="3292385" cy="795141"/>
          </a:xfrm>
          <a:custGeom>
            <a:avLst/>
            <a:gdLst>
              <a:gd name="connsiteX0" fmla="*/ 2442221 w 2555812"/>
              <a:gd name="connsiteY0" fmla="*/ 0 h 795141"/>
              <a:gd name="connsiteX1" fmla="*/ 2555813 w 2555812"/>
              <a:gd name="connsiteY1" fmla="*/ 0 h 795141"/>
              <a:gd name="connsiteX2" fmla="*/ 2555813 w 2555812"/>
              <a:gd name="connsiteY2" fmla="*/ 795142 h 795141"/>
              <a:gd name="connsiteX3" fmla="*/ 2442221 w 2555812"/>
              <a:gd name="connsiteY3" fmla="*/ 795142 h 795141"/>
              <a:gd name="connsiteX4" fmla="*/ 113592 w 2555812"/>
              <a:gd name="connsiteY4" fmla="*/ 795142 h 795141"/>
              <a:gd name="connsiteX5" fmla="*/ 0 w 2555812"/>
              <a:gd name="connsiteY5" fmla="*/ 795142 h 795141"/>
              <a:gd name="connsiteX6" fmla="*/ 0 w 2555812"/>
              <a:gd name="connsiteY6" fmla="*/ 0 h 795141"/>
              <a:gd name="connsiteX7" fmla="*/ 113592 w 2555812"/>
              <a:gd name="connsiteY7" fmla="*/ 0 h 79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5812" h="795141">
                <a:moveTo>
                  <a:pt x="2442221" y="0"/>
                </a:moveTo>
                <a:cubicBezTo>
                  <a:pt x="2504956" y="0"/>
                  <a:pt x="2555813" y="0"/>
                  <a:pt x="2555813" y="0"/>
                </a:cubicBezTo>
                <a:lnTo>
                  <a:pt x="2555813" y="795142"/>
                </a:lnTo>
                <a:cubicBezTo>
                  <a:pt x="2555813" y="795142"/>
                  <a:pt x="2504956" y="795142"/>
                  <a:pt x="2442221" y="795142"/>
                </a:cubicBezTo>
                <a:lnTo>
                  <a:pt x="113592" y="795142"/>
                </a:lnTo>
                <a:cubicBezTo>
                  <a:pt x="50857" y="795142"/>
                  <a:pt x="0" y="795142"/>
                  <a:pt x="0" y="795142"/>
                </a:cubicBezTo>
                <a:lnTo>
                  <a:pt x="0" y="0"/>
                </a:lnTo>
                <a:cubicBezTo>
                  <a:pt x="0" y="0"/>
                  <a:pt x="50857" y="0"/>
                  <a:pt x="113592" y="0"/>
                </a:cubicBezTo>
                <a:close/>
              </a:path>
            </a:pathLst>
          </a:custGeom>
          <a:solidFill>
            <a:srgbClr val="E1F5EE"/>
          </a:solidFill>
          <a:ln w="14189" cap="flat">
            <a:solidFill>
              <a:srgbClr val="0F6E56"/>
            </a:solidFill>
            <a:prstDash val="solid"/>
            <a:miter/>
          </a:ln>
        </p:spPr>
        <p:txBody>
          <a:bodyPr rtlCol="0" anchor="ctr"/>
          <a:lstStyle/>
          <a:p>
            <a:endParaRPr lang="en-US"/>
          </a:p>
        </p:txBody>
      </p:sp>
      <p:sp>
        <p:nvSpPr>
          <p:cNvPr id="76" name="TextBox 75">
            <a:extLst>
              <a:ext uri="{FF2B5EF4-FFF2-40B4-BE49-F238E27FC236}">
                <a16:creationId xmlns:a16="http://schemas.microsoft.com/office/drawing/2014/main" id="{9EE9F1E9-0402-4FB2-8B42-E03D67700D5D}"/>
              </a:ext>
            </a:extLst>
          </p:cNvPr>
          <p:cNvSpPr txBox="1"/>
          <p:nvPr/>
        </p:nvSpPr>
        <p:spPr>
          <a:xfrm>
            <a:off x="6215093" y="4486698"/>
            <a:ext cx="1320746" cy="333168"/>
          </a:xfrm>
          <a:prstGeom prst="rect">
            <a:avLst/>
          </a:prstGeom>
          <a:noFill/>
        </p:spPr>
        <p:txBody>
          <a:bodyPr wrap="none" rtlCol="0">
            <a:spAutoFit/>
          </a:bodyPr>
          <a:lstStyle/>
          <a:p>
            <a:pPr algn="l"/>
            <a:r>
              <a:rPr lang="en-US" sz="1565" b="1" dirty="0">
                <a:solidFill>
                  <a:srgbClr val="04342C"/>
                </a:solidFill>
                <a:latin typeface="Arial"/>
                <a:cs typeface="Arial"/>
                <a:sym typeface="Arial"/>
                <a:rtl val="0"/>
              </a:rPr>
              <a:t>Work Item 4</a:t>
            </a:r>
          </a:p>
        </p:txBody>
      </p:sp>
      <p:sp>
        <p:nvSpPr>
          <p:cNvPr id="77" name="TextBox 76">
            <a:extLst>
              <a:ext uri="{FF2B5EF4-FFF2-40B4-BE49-F238E27FC236}">
                <a16:creationId xmlns:a16="http://schemas.microsoft.com/office/drawing/2014/main" id="{124E7D76-D661-4204-B8E3-874319BA24AD}"/>
              </a:ext>
            </a:extLst>
          </p:cNvPr>
          <p:cNvSpPr txBox="1"/>
          <p:nvPr/>
        </p:nvSpPr>
        <p:spPr>
          <a:xfrm>
            <a:off x="6146319" y="4752031"/>
            <a:ext cx="1598515" cy="298864"/>
          </a:xfrm>
          <a:prstGeom prst="rect">
            <a:avLst/>
          </a:prstGeom>
          <a:noFill/>
        </p:spPr>
        <p:txBody>
          <a:bodyPr wrap="none" rtlCol="0">
            <a:spAutoFit/>
          </a:bodyPr>
          <a:lstStyle/>
          <a:p>
            <a:pPr algn="l"/>
            <a:r>
              <a:rPr lang="en-US" sz="1342" dirty="0">
                <a:solidFill>
                  <a:srgbClr val="5F5E5A"/>
                </a:solidFill>
                <a:latin typeface="Arial"/>
                <a:cs typeface="Arial"/>
                <a:sym typeface="Arial"/>
                <a:rtl val="0"/>
              </a:rPr>
              <a:t>Liaison with SDOs</a:t>
            </a:r>
          </a:p>
        </p:txBody>
      </p:sp>
      <p:sp>
        <p:nvSpPr>
          <p:cNvPr id="78" name="TextBox 77">
            <a:extLst>
              <a:ext uri="{FF2B5EF4-FFF2-40B4-BE49-F238E27FC236}">
                <a16:creationId xmlns:a16="http://schemas.microsoft.com/office/drawing/2014/main" id="{84961AA5-A85B-4069-861B-3D4DFFE0B8BB}"/>
              </a:ext>
            </a:extLst>
          </p:cNvPr>
          <p:cNvSpPr txBox="1"/>
          <p:nvPr/>
        </p:nvSpPr>
        <p:spPr>
          <a:xfrm>
            <a:off x="5683099" y="5004244"/>
            <a:ext cx="3553851" cy="276999"/>
          </a:xfrm>
          <a:prstGeom prst="rect">
            <a:avLst/>
          </a:prstGeom>
          <a:noFill/>
        </p:spPr>
        <p:txBody>
          <a:bodyPr wrap="square">
            <a:spAutoFit/>
          </a:bodyPr>
          <a:lstStyle/>
          <a:p>
            <a:pPr algn="l"/>
            <a:r>
              <a:rPr lang="en-US" sz="1200" dirty="0">
                <a:solidFill>
                  <a:srgbClr val="5F5E5A"/>
                </a:solidFill>
                <a:latin typeface="Arial"/>
                <a:cs typeface="Arial"/>
                <a:sym typeface="Arial"/>
                <a:rtl val="0"/>
              </a:rPr>
              <a:t>IETF,TCG,ITU-T, </a:t>
            </a:r>
            <a:r>
              <a:rPr lang="en-US" sz="1200" dirty="0" err="1">
                <a:solidFill>
                  <a:srgbClr val="5F5E5A"/>
                </a:solidFill>
                <a:latin typeface="Arial"/>
                <a:cs typeface="Arial"/>
                <a:sym typeface="Arial"/>
                <a:rtl val="0"/>
              </a:rPr>
              <a:t>CCC,Global</a:t>
            </a:r>
            <a:r>
              <a:rPr lang="en-US" sz="1200" dirty="0">
                <a:solidFill>
                  <a:srgbClr val="5F5E5A"/>
                </a:solidFill>
                <a:latin typeface="Arial"/>
                <a:cs typeface="Arial"/>
                <a:sym typeface="Arial"/>
                <a:rtl val="0"/>
              </a:rPr>
              <a:t> Platform,W3C</a:t>
            </a:r>
          </a:p>
        </p:txBody>
      </p:sp>
      <p:sp>
        <p:nvSpPr>
          <p:cNvPr id="79" name="TextBox 78">
            <a:extLst>
              <a:ext uri="{FF2B5EF4-FFF2-40B4-BE49-F238E27FC236}">
                <a16:creationId xmlns:a16="http://schemas.microsoft.com/office/drawing/2014/main" id="{12D844A7-22EF-49A8-89E9-52C8D4565A69}"/>
              </a:ext>
            </a:extLst>
          </p:cNvPr>
          <p:cNvSpPr txBox="1"/>
          <p:nvPr/>
        </p:nvSpPr>
        <p:spPr>
          <a:xfrm>
            <a:off x="2086883" y="5692151"/>
            <a:ext cx="8588604" cy="646331"/>
          </a:xfrm>
          <a:prstGeom prst="rect">
            <a:avLst/>
          </a:prstGeom>
          <a:noFill/>
        </p:spPr>
        <p:txBody>
          <a:bodyPr wrap="square">
            <a:spAutoFit/>
          </a:bodyPr>
          <a:lstStyle/>
          <a:p>
            <a:pPr algn="ctr"/>
            <a:r>
              <a:rPr lang="pt-PT" b="1" dirty="0">
                <a:solidFill>
                  <a:schemeClr val="accent1"/>
                </a:solidFill>
                <a:latin typeface="Helvetica Neue"/>
                <a:ea typeface="Arial Unicode MS"/>
                <a:cs typeface="Arial Unicode MS"/>
              </a:rPr>
              <a:t>Governance proposal</a:t>
            </a:r>
            <a:endParaRPr lang="en-US" b="1" dirty="0">
              <a:solidFill>
                <a:schemeClr val="accent1"/>
              </a:solidFill>
              <a:latin typeface="Helvetica Neue"/>
              <a:ea typeface="Arial Unicode MS"/>
              <a:cs typeface="Arial Unicode MS"/>
            </a:endParaRPr>
          </a:p>
          <a:p>
            <a:r>
              <a:rPr lang="en-US" b="1" dirty="0">
                <a:solidFill>
                  <a:schemeClr val="accent1"/>
                </a:solidFill>
                <a:latin typeface="Helvetica Neue"/>
                <a:ea typeface="Arial Unicode MS"/>
                <a:cs typeface="Arial Unicode MS"/>
              </a:rPr>
              <a:t>Rough consensus. Co-chairs. Editors empowered. Bi-weekly plenary.</a:t>
            </a:r>
          </a:p>
        </p:txBody>
      </p:sp>
    </p:spTree>
    <p:extLst>
      <p:ext uri="{BB962C8B-B14F-4D97-AF65-F5344CB8AC3E}">
        <p14:creationId xmlns:p14="http://schemas.microsoft.com/office/powerpoint/2010/main" val="3772488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D3537282-A576-4D32-A966-4CA47520DA61}"/>
              </a:ext>
            </a:extLst>
          </p:cNvPr>
          <p:cNvSpPr txBox="1">
            <a:spLocks/>
          </p:cNvSpPr>
          <p:nvPr/>
        </p:nvSpPr>
        <p:spPr bwMode="auto">
          <a:xfrm>
            <a:off x="0" y="60271"/>
            <a:ext cx="12196763" cy="61665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0" rIns="0" bIns="0" rtlCol="0" anchor="ctr">
            <a:noAutofit/>
          </a:bodyPr>
          <a:lstStyle>
            <a:lvl1pPr marR="0" indent="0" defTabSz="1218712" fontAlgn="auto">
              <a:lnSpc>
                <a:spcPct val="100000"/>
              </a:lnSpc>
              <a:spcBef>
                <a:spcPct val="0"/>
              </a:spcBef>
              <a:spcAft>
                <a:spcPts val="0"/>
              </a:spcAft>
              <a:buClrTx/>
              <a:buSzTx/>
              <a:buFontTx/>
              <a:buNone/>
              <a:tabLst/>
              <a:defRPr sz="2799" b="1">
                <a:solidFill>
                  <a:srgbClr val="C00000"/>
                </a:solidFill>
                <a:latin typeface="+mj-lt"/>
                <a:ea typeface="+mj-ea"/>
                <a:cs typeface="+mj-cs"/>
              </a:defRPr>
            </a:lvl1pPr>
            <a:lvl2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2pPr>
            <a:lvl3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3pPr>
            <a:lvl4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4pPr>
            <a:lvl5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5pPr>
            <a:lvl6pPr marL="8185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6pPr>
            <a:lvl7pPr marL="12757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7pPr>
            <a:lvl8pPr marL="17329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8pPr>
            <a:lvl9pPr marL="21901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9pPr>
          </a:lstStyle>
          <a:p>
            <a:pPr marL="0" marR="0" lvl="0" indent="0" defTabSz="1218712" rtl="0" eaLnBrk="1" fontAlgn="auto" latinLnBrk="0" hangingPunct="1">
              <a:lnSpc>
                <a:spcPct val="100000"/>
              </a:lnSpc>
              <a:spcBef>
                <a:spcPct val="0"/>
              </a:spcBef>
              <a:spcAft>
                <a:spcPts val="0"/>
              </a:spcAft>
              <a:buClrTx/>
              <a:buSzTx/>
              <a:buFontTx/>
              <a:buNone/>
              <a:tabLst/>
              <a:defRPr/>
            </a:pPr>
            <a:r>
              <a:rPr lang="en-SG" altLang="zh-CN" sz="2800" b="1" dirty="0">
                <a:solidFill>
                  <a:srgbClr val="0070C0"/>
                </a:solidFill>
              </a:rPr>
              <a:t>Proposed Approach </a:t>
            </a:r>
            <a:endPar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endParaRPr>
          </a:p>
        </p:txBody>
      </p:sp>
      <p:sp>
        <p:nvSpPr>
          <p:cNvPr id="8" name="Content Placeholder 2">
            <a:extLst>
              <a:ext uri="{FF2B5EF4-FFF2-40B4-BE49-F238E27FC236}">
                <a16:creationId xmlns:a16="http://schemas.microsoft.com/office/drawing/2014/main" id="{BF7A9B36-7A70-4E07-877B-674B9972D96D}"/>
              </a:ext>
            </a:extLst>
          </p:cNvPr>
          <p:cNvSpPr txBox="1">
            <a:spLocks/>
          </p:cNvSpPr>
          <p:nvPr/>
        </p:nvSpPr>
        <p:spPr>
          <a:xfrm>
            <a:off x="947487" y="910263"/>
            <a:ext cx="9538333" cy="3903577"/>
          </a:xfrm>
        </p:spPr>
        <p:txBody>
          <a:bodyPr>
            <a:noAutofit/>
          </a:bodyPr>
          <a:lstStyle>
            <a:lvl1pPr marL="0" marR="0" indent="0" algn="l" defTabSz="1219200" rtl="0" eaLnBrk="1" fontAlgn="auto" latinLnBrk="0" hangingPunct="1">
              <a:lnSpc>
                <a:spcPct val="100000"/>
              </a:lnSpc>
              <a:spcBef>
                <a:spcPct val="20000"/>
              </a:spcBef>
              <a:spcAft>
                <a:spcPts val="0"/>
              </a:spcAft>
              <a:buClrTx/>
              <a:buSzTx/>
              <a:buFont typeface="Arial" pitchFamily="34" charset="0"/>
              <a:buNone/>
              <a:tabLst/>
              <a:defRPr sz="2400" kern="1200" baseline="0">
                <a:solidFill>
                  <a:schemeClr val="tx1">
                    <a:lumMod val="65000"/>
                    <a:lumOff val="35000"/>
                  </a:schemeClr>
                </a:solidFill>
                <a:latin typeface="+mn-lt"/>
                <a:ea typeface="+mn-ea"/>
                <a:cs typeface="+mn-cs"/>
              </a:defRPr>
            </a:lvl1pPr>
            <a:lvl2pPr marL="609600" indent="0" algn="ctr" defTabSz="1187798" rtl="0" eaLnBrk="1" latinLnBrk="0" hangingPunct="1">
              <a:lnSpc>
                <a:spcPct val="90000"/>
              </a:lnSpc>
              <a:spcBef>
                <a:spcPts val="650"/>
              </a:spcBef>
              <a:buFont typeface="Arial" panose="020B0604020202020204" pitchFamily="34" charset="0"/>
              <a:buNone/>
              <a:defRPr sz="3118" kern="1200">
                <a:solidFill>
                  <a:schemeClr val="tx1">
                    <a:tint val="75000"/>
                  </a:schemeClr>
                </a:solidFill>
                <a:latin typeface="+mn-lt"/>
                <a:ea typeface="+mn-ea"/>
                <a:cs typeface="+mn-cs"/>
              </a:defRPr>
            </a:lvl2pPr>
            <a:lvl3pPr marL="1219200" indent="0" algn="ctr" defTabSz="1187798" rtl="0" eaLnBrk="1" latinLnBrk="0" hangingPunct="1">
              <a:lnSpc>
                <a:spcPct val="90000"/>
              </a:lnSpc>
              <a:spcBef>
                <a:spcPts val="650"/>
              </a:spcBef>
              <a:buFont typeface="Arial" panose="020B0604020202020204" pitchFamily="34" charset="0"/>
              <a:buNone/>
              <a:defRPr sz="2598" kern="1200">
                <a:solidFill>
                  <a:schemeClr val="tx1">
                    <a:tint val="75000"/>
                  </a:schemeClr>
                </a:solidFill>
                <a:latin typeface="+mn-lt"/>
                <a:ea typeface="+mn-ea"/>
                <a:cs typeface="+mn-cs"/>
              </a:defRPr>
            </a:lvl3pPr>
            <a:lvl4pPr marL="1828800" indent="0" algn="ctr" defTabSz="1187798" rtl="0" eaLnBrk="1" latinLnBrk="0" hangingPunct="1">
              <a:lnSpc>
                <a:spcPct val="90000"/>
              </a:lnSpc>
              <a:spcBef>
                <a:spcPts val="650"/>
              </a:spcBef>
              <a:buFont typeface="Arial" panose="020B0604020202020204" pitchFamily="34" charset="0"/>
              <a:buNone/>
              <a:defRPr sz="2338" kern="1200">
                <a:solidFill>
                  <a:schemeClr val="tx1">
                    <a:tint val="75000"/>
                  </a:schemeClr>
                </a:solidFill>
                <a:latin typeface="+mn-lt"/>
                <a:ea typeface="+mn-ea"/>
                <a:cs typeface="+mn-cs"/>
              </a:defRPr>
            </a:lvl4pPr>
            <a:lvl5pPr marL="2438400" indent="0" algn="ctr" defTabSz="1187798" rtl="0" eaLnBrk="1" latinLnBrk="0" hangingPunct="1">
              <a:lnSpc>
                <a:spcPct val="90000"/>
              </a:lnSpc>
              <a:spcBef>
                <a:spcPts val="650"/>
              </a:spcBef>
              <a:buFont typeface="Arial" panose="020B0604020202020204" pitchFamily="34" charset="0"/>
              <a:buNone/>
              <a:defRPr sz="2338" kern="1200">
                <a:solidFill>
                  <a:schemeClr val="tx1">
                    <a:tint val="75000"/>
                  </a:schemeClr>
                </a:solidFill>
                <a:latin typeface="+mn-lt"/>
                <a:ea typeface="+mn-ea"/>
                <a:cs typeface="+mn-cs"/>
              </a:defRPr>
            </a:lvl5pPr>
            <a:lvl6pPr marL="3048000" indent="0" algn="ctr" defTabSz="1187798" rtl="0" eaLnBrk="1" latinLnBrk="0" hangingPunct="1">
              <a:lnSpc>
                <a:spcPct val="90000"/>
              </a:lnSpc>
              <a:spcBef>
                <a:spcPts val="650"/>
              </a:spcBef>
              <a:buFont typeface="Arial" panose="020B0604020202020204" pitchFamily="34" charset="0"/>
              <a:buNone/>
              <a:defRPr sz="2338" kern="1200">
                <a:solidFill>
                  <a:schemeClr val="tx1">
                    <a:tint val="75000"/>
                  </a:schemeClr>
                </a:solidFill>
                <a:latin typeface="+mn-lt"/>
                <a:ea typeface="+mn-ea"/>
                <a:cs typeface="+mn-cs"/>
              </a:defRPr>
            </a:lvl6pPr>
            <a:lvl7pPr marL="3657600" indent="0" algn="ctr" defTabSz="1187798" rtl="0" eaLnBrk="1" latinLnBrk="0" hangingPunct="1">
              <a:lnSpc>
                <a:spcPct val="90000"/>
              </a:lnSpc>
              <a:spcBef>
                <a:spcPts val="650"/>
              </a:spcBef>
              <a:buFont typeface="Arial" panose="020B0604020202020204" pitchFamily="34" charset="0"/>
              <a:buNone/>
              <a:defRPr sz="2338" kern="1200">
                <a:solidFill>
                  <a:schemeClr val="tx1">
                    <a:tint val="75000"/>
                  </a:schemeClr>
                </a:solidFill>
                <a:latin typeface="+mn-lt"/>
                <a:ea typeface="+mn-ea"/>
                <a:cs typeface="+mn-cs"/>
              </a:defRPr>
            </a:lvl7pPr>
            <a:lvl8pPr marL="4267199" indent="0" algn="ctr" defTabSz="1187798" rtl="0" eaLnBrk="1" latinLnBrk="0" hangingPunct="1">
              <a:lnSpc>
                <a:spcPct val="90000"/>
              </a:lnSpc>
              <a:spcBef>
                <a:spcPts val="650"/>
              </a:spcBef>
              <a:buFont typeface="Arial" panose="020B0604020202020204" pitchFamily="34" charset="0"/>
              <a:buNone/>
              <a:defRPr sz="2338" kern="1200">
                <a:solidFill>
                  <a:schemeClr val="tx1">
                    <a:tint val="75000"/>
                  </a:schemeClr>
                </a:solidFill>
                <a:latin typeface="+mn-lt"/>
                <a:ea typeface="+mn-ea"/>
                <a:cs typeface="+mn-cs"/>
              </a:defRPr>
            </a:lvl8pPr>
            <a:lvl9pPr marL="4876799" indent="0" algn="ctr" defTabSz="1187798" rtl="0" eaLnBrk="1" latinLnBrk="0" hangingPunct="1">
              <a:lnSpc>
                <a:spcPct val="90000"/>
              </a:lnSpc>
              <a:spcBef>
                <a:spcPts val="650"/>
              </a:spcBef>
              <a:buFont typeface="Arial" panose="020B0604020202020204" pitchFamily="34" charset="0"/>
              <a:buNone/>
              <a:defRPr sz="2338" kern="1200">
                <a:solidFill>
                  <a:schemeClr val="tx1">
                    <a:tint val="75000"/>
                  </a:schemeClr>
                </a:solidFill>
                <a:latin typeface="+mn-lt"/>
                <a:ea typeface="+mn-ea"/>
                <a:cs typeface="+mn-cs"/>
              </a:defRPr>
            </a:lvl9pPr>
          </a:lstStyle>
          <a:p>
            <a:pPr marL="342900" indent="-342900">
              <a:buFont typeface="Wingdings" panose="05000000000000000000" pitchFamily="2" charset="2"/>
              <a:buChar char="ü"/>
            </a:pPr>
            <a:r>
              <a:rPr lang="en-US" sz="2200" b="1" dirty="0">
                <a:solidFill>
                  <a:schemeClr val="tx1"/>
                </a:solidFill>
                <a:latin typeface="Helvetica Neue"/>
                <a:ea typeface="Calibri" pitchFamily="34" charset="-122"/>
                <a:cs typeface="Calibri" pitchFamily="34" charset="-120"/>
              </a:rPr>
              <a:t>Reuse existing IETF RATS building blocks (EAT, CMW, </a:t>
            </a:r>
            <a:r>
              <a:rPr lang="en-US" sz="2200" b="1" dirty="0" err="1">
                <a:solidFill>
                  <a:schemeClr val="tx1"/>
                </a:solidFill>
                <a:latin typeface="Helvetica Neue"/>
                <a:ea typeface="Calibri" pitchFamily="34" charset="-122"/>
                <a:cs typeface="Calibri" pitchFamily="34" charset="-120"/>
              </a:rPr>
              <a:t>CoRIM</a:t>
            </a:r>
            <a:r>
              <a:rPr lang="en-US" sz="2200" b="1" dirty="0">
                <a:solidFill>
                  <a:schemeClr val="tx1"/>
                </a:solidFill>
                <a:latin typeface="Helvetica Neue"/>
                <a:ea typeface="Calibri" pitchFamily="34" charset="-122"/>
                <a:cs typeface="Calibri" pitchFamily="34" charset="-120"/>
              </a:rPr>
              <a:t> → EAR)</a:t>
            </a:r>
          </a:p>
          <a:p>
            <a:pPr marL="342900" indent="-342900">
              <a:buFont typeface="Wingdings" panose="05000000000000000000" pitchFamily="2" charset="2"/>
              <a:buChar char="ü"/>
            </a:pPr>
            <a:endParaRPr lang="en-US" sz="2200" b="1" dirty="0">
              <a:solidFill>
                <a:schemeClr val="tx1"/>
              </a:solidFill>
              <a:latin typeface="Helvetica Neue"/>
              <a:ea typeface="Calibri" pitchFamily="34" charset="-122"/>
              <a:cs typeface="Calibri" pitchFamily="34" charset="-120"/>
            </a:endParaRPr>
          </a:p>
          <a:p>
            <a:pPr marL="342900" indent="-342900">
              <a:buFont typeface="Wingdings" panose="05000000000000000000" pitchFamily="2" charset="2"/>
              <a:buChar char="ü"/>
            </a:pPr>
            <a:r>
              <a:rPr lang="en-US" sz="2200" b="1" dirty="0">
                <a:solidFill>
                  <a:schemeClr val="tx1"/>
                </a:solidFill>
                <a:latin typeface="Helvetica Neue"/>
                <a:ea typeface="Calibri" pitchFamily="34" charset="-122"/>
                <a:cs typeface="Calibri" pitchFamily="34" charset="-120"/>
              </a:rPr>
              <a:t>Extend them with an Agent profile</a:t>
            </a:r>
          </a:p>
          <a:p>
            <a:pPr marL="342900" indent="-342900">
              <a:buFont typeface="Wingdings" panose="05000000000000000000" pitchFamily="2" charset="2"/>
              <a:buChar char="ü"/>
            </a:pPr>
            <a:endParaRPr lang="en-US" sz="2200" b="1" dirty="0">
              <a:solidFill>
                <a:schemeClr val="tx1"/>
              </a:solidFill>
              <a:latin typeface="Helvetica Neue"/>
              <a:ea typeface="Calibri" pitchFamily="34" charset="-122"/>
              <a:cs typeface="Calibri" pitchFamily="34" charset="-120"/>
            </a:endParaRPr>
          </a:p>
          <a:p>
            <a:pPr marL="342900" indent="-342900">
              <a:buFont typeface="Wingdings" panose="05000000000000000000" pitchFamily="2" charset="2"/>
              <a:buChar char="ü"/>
            </a:pPr>
            <a:r>
              <a:rPr lang="en-US" sz="2200" b="1" dirty="0">
                <a:solidFill>
                  <a:schemeClr val="tx1"/>
                </a:solidFill>
                <a:latin typeface="Helvetica Neue"/>
                <a:ea typeface="Calibri" pitchFamily="34" charset="-122"/>
                <a:cs typeface="Calibri" pitchFamily="34" charset="-120"/>
              </a:rPr>
              <a:t>Resolve three integration questions specific to agentic protocols: </a:t>
            </a:r>
          </a:p>
          <a:p>
            <a:pPr marL="1066800" lvl="1" indent="-457200" algn="l">
              <a:buFont typeface="Arial" panose="020B0604020202020204" pitchFamily="34" charset="0"/>
              <a:buChar char="•"/>
            </a:pPr>
            <a:r>
              <a:rPr lang="en-US" sz="2200" b="1" dirty="0">
                <a:solidFill>
                  <a:schemeClr val="tx1"/>
                </a:solidFill>
                <a:latin typeface="Helvetica Neue"/>
                <a:ea typeface="Calibri" pitchFamily="34" charset="-122"/>
                <a:cs typeface="Calibri" pitchFamily="34" charset="-120"/>
              </a:rPr>
              <a:t>what to attest (trust vector)?</a:t>
            </a:r>
          </a:p>
          <a:p>
            <a:pPr marL="1066800" lvl="1" indent="-457200" algn="l">
              <a:buFont typeface="Arial" panose="020B0604020202020204" pitchFamily="34" charset="0"/>
              <a:buChar char="•"/>
            </a:pPr>
            <a:r>
              <a:rPr lang="en-US" sz="2200" b="1" dirty="0">
                <a:solidFill>
                  <a:schemeClr val="tx1"/>
                </a:solidFill>
                <a:latin typeface="Helvetica Neue"/>
                <a:ea typeface="Calibri" pitchFamily="34" charset="-122"/>
                <a:cs typeface="Calibri" pitchFamily="34" charset="-120"/>
              </a:rPr>
              <a:t>how evidence is discovered and conveyed inside A2A/MCP?</a:t>
            </a:r>
          </a:p>
          <a:p>
            <a:pPr marL="1066800" lvl="1" indent="-457200" algn="l">
              <a:buFont typeface="Arial" panose="020B0604020202020204" pitchFamily="34" charset="0"/>
              <a:buChar char="•"/>
            </a:pPr>
            <a:r>
              <a:rPr lang="en-US" sz="2200" b="1" dirty="0">
                <a:solidFill>
                  <a:schemeClr val="tx1"/>
                </a:solidFill>
                <a:latin typeface="Helvetica Neue"/>
                <a:ea typeface="Calibri" pitchFamily="34" charset="-122"/>
                <a:cs typeface="Calibri" pitchFamily="34" charset="-120"/>
              </a:rPr>
              <a:t>and when to attest (risk-keyed freshness tied to protocol events like tool calls and delegation)?</a:t>
            </a:r>
          </a:p>
          <a:p>
            <a:endParaRPr lang="en-US" sz="1482" b="1" dirty="0">
              <a:solidFill>
                <a:schemeClr val="tx1"/>
              </a:solidFill>
              <a:latin typeface="Helvetica Neue"/>
            </a:endParaRPr>
          </a:p>
          <a:p>
            <a:endParaRPr lang="en-US" sz="2200" dirty="0"/>
          </a:p>
        </p:txBody>
      </p:sp>
    </p:spTree>
    <p:extLst>
      <p:ext uri="{BB962C8B-B14F-4D97-AF65-F5344CB8AC3E}">
        <p14:creationId xmlns:p14="http://schemas.microsoft.com/office/powerpoint/2010/main" val="1482320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5DECE5B6-2EC8-432F-B2A4-0BA72DAA004B}"/>
              </a:ext>
            </a:extLst>
          </p:cNvPr>
          <p:cNvSpPr/>
          <p:nvPr/>
        </p:nvSpPr>
        <p:spPr>
          <a:xfrm>
            <a:off x="9629051" y="2085153"/>
            <a:ext cx="2304236" cy="1437586"/>
          </a:xfrm>
          <a:custGeom>
            <a:avLst/>
            <a:gdLst>
              <a:gd name="connsiteX0" fmla="*/ 1732273 w 1845864"/>
              <a:gd name="connsiteY0" fmla="*/ 0 h 795141"/>
              <a:gd name="connsiteX1" fmla="*/ 1845865 w 1845864"/>
              <a:gd name="connsiteY1" fmla="*/ 0 h 795141"/>
              <a:gd name="connsiteX2" fmla="*/ 1845865 w 1845864"/>
              <a:gd name="connsiteY2" fmla="*/ 795142 h 795141"/>
              <a:gd name="connsiteX3" fmla="*/ 1732273 w 1845864"/>
              <a:gd name="connsiteY3" fmla="*/ 795142 h 795141"/>
              <a:gd name="connsiteX4" fmla="*/ 113592 w 1845864"/>
              <a:gd name="connsiteY4" fmla="*/ 795142 h 795141"/>
              <a:gd name="connsiteX5" fmla="*/ 0 w 1845864"/>
              <a:gd name="connsiteY5" fmla="*/ 795142 h 795141"/>
              <a:gd name="connsiteX6" fmla="*/ 0 w 1845864"/>
              <a:gd name="connsiteY6" fmla="*/ 0 h 795141"/>
              <a:gd name="connsiteX7" fmla="*/ 113592 w 1845864"/>
              <a:gd name="connsiteY7" fmla="*/ 0 h 79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5864" h="795141">
                <a:moveTo>
                  <a:pt x="1732273" y="0"/>
                </a:moveTo>
                <a:cubicBezTo>
                  <a:pt x="1795008" y="0"/>
                  <a:pt x="1845865" y="0"/>
                  <a:pt x="1845865" y="0"/>
                </a:cubicBezTo>
                <a:lnTo>
                  <a:pt x="1845865" y="795142"/>
                </a:lnTo>
                <a:cubicBezTo>
                  <a:pt x="1845865" y="795142"/>
                  <a:pt x="1795008" y="795142"/>
                  <a:pt x="1732273" y="795142"/>
                </a:cubicBezTo>
                <a:lnTo>
                  <a:pt x="113592" y="795142"/>
                </a:lnTo>
                <a:cubicBezTo>
                  <a:pt x="50857" y="795142"/>
                  <a:pt x="0" y="795142"/>
                  <a:pt x="0" y="795142"/>
                </a:cubicBezTo>
                <a:lnTo>
                  <a:pt x="0" y="0"/>
                </a:lnTo>
                <a:cubicBezTo>
                  <a:pt x="0" y="0"/>
                  <a:pt x="50857" y="0"/>
                  <a:pt x="113592" y="0"/>
                </a:cubicBezTo>
                <a:close/>
              </a:path>
            </a:pathLst>
          </a:custGeom>
          <a:solidFill>
            <a:srgbClr val="F1EFE8"/>
          </a:solidFill>
          <a:ln w="14189" cap="flat">
            <a:solidFill>
              <a:srgbClr val="888780"/>
            </a:solidFill>
            <a:prstDash val="dash"/>
            <a:miter/>
          </a:ln>
        </p:spPr>
        <p:txBody>
          <a:bodyPr rtlCol="0" anchor="ctr"/>
          <a:lstStyle/>
          <a:p>
            <a:endParaRPr lang="en-US"/>
          </a:p>
        </p:txBody>
      </p:sp>
      <p:sp>
        <p:nvSpPr>
          <p:cNvPr id="90" name="TextBox 89">
            <a:extLst>
              <a:ext uri="{FF2B5EF4-FFF2-40B4-BE49-F238E27FC236}">
                <a16:creationId xmlns:a16="http://schemas.microsoft.com/office/drawing/2014/main" id="{227B4629-FA55-467C-B282-554A863B38CD}"/>
              </a:ext>
            </a:extLst>
          </p:cNvPr>
          <p:cNvSpPr txBox="1"/>
          <p:nvPr/>
        </p:nvSpPr>
        <p:spPr>
          <a:xfrm>
            <a:off x="279942" y="186118"/>
            <a:ext cx="11582371" cy="412485"/>
          </a:xfrm>
          <a:prstGeom prst="rect">
            <a:avLst/>
          </a:prstGeom>
          <a:noFill/>
        </p:spPr>
        <p:txBody>
          <a:bodyPr wrap="square" lIns="0" tIns="0" rIns="0" bIns="0" rtlCol="0">
            <a:spAutoFit/>
          </a:bodyPr>
          <a:lstStyle/>
          <a:p>
            <a:pPr marL="0" marR="0" lvl="0" indent="0" algn="l" defTabSz="914478" rtl="0" eaLnBrk="1" fontAlgn="auto" latinLnBrk="0" hangingPunct="1">
              <a:lnSpc>
                <a:spcPts val="3440"/>
              </a:lnSpc>
              <a:spcBef>
                <a:spcPts val="0"/>
              </a:spcBef>
              <a:spcAft>
                <a:spcPts val="0"/>
              </a:spcAft>
              <a:buClrTx/>
              <a:buSzTx/>
              <a:buFontTx/>
              <a:buNone/>
              <a:tabLst/>
              <a:defRPr/>
            </a:pPr>
            <a:r>
              <a:rPr kumimoji="1" lang="en-US" altLang="zh-CN" sz="2800" b="1" i="0" u="none" strike="noStrike" kern="1200" cap="none" spc="0" normalizeH="0" baseline="0" noProof="0" dirty="0">
                <a:ln>
                  <a:noFill/>
                </a:ln>
                <a:solidFill>
                  <a:srgbClr val="0070C0"/>
                </a:solidFill>
                <a:effectLst/>
                <a:uLnTx/>
                <a:uFillTx/>
                <a:latin typeface="Microsoft YaHei" panose="020B0503020204020204" pitchFamily="34" charset="-122"/>
                <a:ea typeface="Microsoft YaHei" panose="020B0503020204020204" pitchFamily="34" charset="-122"/>
                <a:cs typeface="Arial" panose="020B0604020202020204" pitchFamily="34" charset="0"/>
              </a:rPr>
              <a:t>Main Deliverables : a preliminary proposal </a:t>
            </a:r>
            <a:endParaRPr kumimoji="1" lang="zh-CN" altLang="en-US" sz="2800" b="1" i="0" u="none" strike="noStrike" kern="1200" cap="none" spc="0" normalizeH="0" baseline="0" noProof="0" dirty="0">
              <a:ln>
                <a:noFill/>
              </a:ln>
              <a:solidFill>
                <a:srgbClr val="0070C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20" name="矩形 102">
            <a:extLst>
              <a:ext uri="{FF2B5EF4-FFF2-40B4-BE49-F238E27FC236}">
                <a16:creationId xmlns:a16="http://schemas.microsoft.com/office/drawing/2014/main" id="{62A30CAC-DA25-400C-A2CF-133AD4A3886D}"/>
              </a:ext>
            </a:extLst>
          </p:cNvPr>
          <p:cNvSpPr/>
          <p:nvPr/>
        </p:nvSpPr>
        <p:spPr>
          <a:xfrm>
            <a:off x="459051" y="1716906"/>
            <a:ext cx="7968520" cy="3798070"/>
          </a:xfrm>
          <a:prstGeom prst="rect">
            <a:avLst/>
          </a:prstGeom>
          <a:noFill/>
          <a:ln w="12700" cap="flat" cmpd="sng" algn="ctr">
            <a:solidFill>
              <a:schemeClr val="tx1">
                <a:lumMod val="50000"/>
                <a:lumOff val="50000"/>
              </a:schemeClr>
            </a:solidFill>
            <a:prstDash val="solid"/>
            <a:miter lim="800000"/>
          </a:ln>
          <a:effectLst/>
        </p:spPr>
        <p:txBody>
          <a:bodyPr rot="0" vertOverflow="overflow" horzOverflow="overflow" vert="horz" wrap="square" lIns="91404" tIns="45702" rIns="91404" bIns="45702"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Helvetica Neue"/>
                <a:ea typeface="Calibri" pitchFamily="34" charset="-122"/>
                <a:cs typeface="Calibri" pitchFamily="34" charset="-120"/>
              </a:rPr>
              <a:t>D1: </a:t>
            </a:r>
            <a:r>
              <a:rPr lang="en-US" dirty="0">
                <a:solidFill>
                  <a:srgbClr val="000000"/>
                </a:solidFill>
                <a:latin typeface="Helvetica Neue"/>
                <a:ea typeface="Arial Unicode MS"/>
                <a:cs typeface="Arial Unicode MS"/>
              </a:rPr>
              <a:t>Charter Document &amp; Problem Statement</a:t>
            </a:r>
          </a:p>
          <a:p>
            <a:r>
              <a:rPr lang="en-US" sz="1800" dirty="0">
                <a:latin typeface="Helvetica Neue"/>
                <a:ea typeface="Calibri" pitchFamily="34" charset="-122"/>
                <a:cs typeface="Calibri" pitchFamily="34" charset="-120"/>
              </a:rPr>
              <a:t>+State-of-the-art survey of RA standardization (IETF RATS/WIMSE/</a:t>
            </a:r>
            <a:r>
              <a:rPr lang="en-US" sz="1800" dirty="0" err="1">
                <a:latin typeface="Helvetica Neue"/>
                <a:ea typeface="Calibri" pitchFamily="34" charset="-122"/>
                <a:cs typeface="Calibri" pitchFamily="34" charset="-120"/>
              </a:rPr>
              <a:t>Oauth</a:t>
            </a:r>
            <a:r>
              <a:rPr lang="en-US" sz="1800" dirty="0">
                <a:latin typeface="Helvetica Neue"/>
                <a:ea typeface="Calibri" pitchFamily="34" charset="-122"/>
                <a:cs typeface="Calibri" pitchFamily="34" charset="-120"/>
              </a:rPr>
              <a:t>, TCG, </a:t>
            </a:r>
            <a:r>
              <a:rPr lang="en-US" sz="1800" dirty="0" err="1">
                <a:latin typeface="Helvetica Neue"/>
                <a:ea typeface="Calibri" pitchFamily="34" charset="-122"/>
                <a:cs typeface="Calibri" pitchFamily="34" charset="-120"/>
              </a:rPr>
              <a:t>GlobalPlatform</a:t>
            </a:r>
            <a:r>
              <a:rPr lang="en-US" sz="1800" dirty="0">
                <a:latin typeface="Helvetica Neue"/>
                <a:ea typeface="Calibri" pitchFamily="34" charset="-122"/>
                <a:cs typeface="Calibri" pitchFamily="34" charset="-120"/>
              </a:rPr>
              <a:t>)</a:t>
            </a:r>
            <a:endParaRPr lang="en-US" dirty="0">
              <a:solidFill>
                <a:srgbClr val="000000"/>
              </a:solidFill>
              <a:latin typeface="Helvetica Neue"/>
              <a:ea typeface="Arial Unicode MS"/>
              <a:cs typeface="Arial Unicode MS"/>
            </a:endParaRPr>
          </a:p>
          <a:p>
            <a:endParaRPr lang="en-US" dirty="0">
              <a:solidFill>
                <a:srgbClr val="000000"/>
              </a:solidFill>
              <a:latin typeface="Helvetica Neue"/>
              <a:ea typeface="Arial Unicode MS"/>
              <a:cs typeface="Arial Unicode MS"/>
            </a:endParaRPr>
          </a:p>
          <a:p>
            <a:r>
              <a:rPr lang="fr-FR" dirty="0">
                <a:solidFill>
                  <a:srgbClr val="000000"/>
                </a:solidFill>
                <a:latin typeface="Helvetica Neue"/>
                <a:ea typeface="Arial Unicode MS"/>
                <a:cs typeface="Arial Unicode MS"/>
              </a:rPr>
              <a:t>D2: Agent Attestation </a:t>
            </a:r>
            <a:r>
              <a:rPr lang="fr-FR" dirty="0" err="1">
                <a:solidFill>
                  <a:srgbClr val="000000"/>
                </a:solidFill>
                <a:latin typeface="Helvetica Neue"/>
                <a:ea typeface="Arial Unicode MS"/>
                <a:cs typeface="Arial Unicode MS"/>
              </a:rPr>
              <a:t>Specification</a:t>
            </a:r>
            <a:endParaRPr lang="fr-FR" dirty="0">
              <a:solidFill>
                <a:srgbClr val="000000"/>
              </a:solidFill>
              <a:latin typeface="Helvetica Neue"/>
              <a:ea typeface="Arial Unicode MS"/>
              <a:cs typeface="Arial Unicode MS"/>
            </a:endParaRPr>
          </a:p>
          <a:p>
            <a:pPr marL="742990" lvl="1" indent="-285750">
              <a:buFont typeface="Arial" panose="020B0604020202020204" pitchFamily="34" charset="0"/>
              <a:buChar char="•"/>
            </a:pPr>
            <a:r>
              <a:rPr lang="fr-FR" dirty="0">
                <a:solidFill>
                  <a:srgbClr val="000000"/>
                </a:solidFill>
                <a:latin typeface="Helvetica Neue"/>
                <a:ea typeface="Arial Unicode MS"/>
                <a:cs typeface="Arial Unicode MS"/>
              </a:rPr>
              <a:t>Agent </a:t>
            </a:r>
            <a:r>
              <a:rPr lang="fr-FR" dirty="0" err="1">
                <a:solidFill>
                  <a:srgbClr val="000000"/>
                </a:solidFill>
                <a:latin typeface="Helvetica Neue"/>
                <a:ea typeface="Arial Unicode MS"/>
                <a:cs typeface="Arial Unicode MS"/>
              </a:rPr>
              <a:t>Manifest</a:t>
            </a:r>
            <a:endParaRPr lang="fr-FR" dirty="0">
              <a:solidFill>
                <a:srgbClr val="000000"/>
              </a:solidFill>
              <a:latin typeface="Helvetica Neue"/>
              <a:ea typeface="Arial Unicode MS"/>
              <a:cs typeface="Arial Unicode MS"/>
            </a:endParaRPr>
          </a:p>
          <a:p>
            <a:pPr marL="742990" lvl="1" indent="-285750">
              <a:buFont typeface="Arial" panose="020B0604020202020204" pitchFamily="34" charset="0"/>
              <a:buChar char="•"/>
            </a:pPr>
            <a:r>
              <a:rPr lang="en-US" dirty="0">
                <a:solidFill>
                  <a:srgbClr val="000000"/>
                </a:solidFill>
                <a:latin typeface="Helvetica Neue"/>
                <a:ea typeface="Arial Unicode MS"/>
                <a:cs typeface="Arial Unicode MS"/>
              </a:rPr>
              <a:t>Attestation Evidence Profile</a:t>
            </a:r>
          </a:p>
          <a:p>
            <a:pPr marL="742990" lvl="1" indent="-285750">
              <a:buFont typeface="Arial" panose="020B0604020202020204" pitchFamily="34" charset="0"/>
              <a:buChar char="•"/>
            </a:pPr>
            <a:r>
              <a:rPr lang="en-US" dirty="0">
                <a:solidFill>
                  <a:srgbClr val="000000"/>
                </a:solidFill>
                <a:latin typeface="Helvetica Neue"/>
                <a:ea typeface="Arial Unicode MS"/>
                <a:cs typeface="Arial Unicode MS"/>
              </a:rPr>
              <a:t>Verification</a:t>
            </a:r>
          </a:p>
          <a:p>
            <a:endParaRPr lang="en-US" dirty="0">
              <a:solidFill>
                <a:srgbClr val="000000"/>
              </a:solidFill>
              <a:latin typeface="Helvetica Neue"/>
              <a:ea typeface="Arial Unicode MS"/>
              <a:cs typeface="Arial Unicode MS"/>
            </a:endParaRPr>
          </a:p>
          <a:p>
            <a:r>
              <a:rPr lang="en-US" dirty="0">
                <a:solidFill>
                  <a:srgbClr val="000000"/>
                </a:solidFill>
                <a:latin typeface="Helvetica Neue"/>
                <a:ea typeface="Arial Unicode MS"/>
                <a:cs typeface="Arial Unicode MS"/>
              </a:rPr>
              <a:t>D3: Privacy-Preserving Disclosure</a:t>
            </a:r>
          </a:p>
          <a:p>
            <a:endParaRPr lang="en-US" dirty="0">
              <a:solidFill>
                <a:srgbClr val="000000"/>
              </a:solidFill>
              <a:latin typeface="Helvetica Neue"/>
              <a:ea typeface="Arial Unicode MS"/>
              <a:cs typeface="Arial Unicode MS"/>
            </a:endParaRPr>
          </a:p>
          <a:p>
            <a:r>
              <a:rPr lang="en-US" dirty="0">
                <a:solidFill>
                  <a:srgbClr val="000000"/>
                </a:solidFill>
                <a:latin typeface="Helvetica Neue"/>
                <a:ea typeface="Arial Unicode MS"/>
                <a:cs typeface="Arial Unicode MS"/>
              </a:rPr>
              <a:t>D4: Integration into Agentic protocols</a:t>
            </a:r>
          </a:p>
        </p:txBody>
      </p:sp>
      <p:sp>
        <p:nvSpPr>
          <p:cNvPr id="19" name="矩形 103">
            <a:extLst>
              <a:ext uri="{FF2B5EF4-FFF2-40B4-BE49-F238E27FC236}">
                <a16:creationId xmlns:a16="http://schemas.microsoft.com/office/drawing/2014/main" id="{4E67DC23-59BF-481E-83AB-AD732F8D4E15}"/>
              </a:ext>
            </a:extLst>
          </p:cNvPr>
          <p:cNvSpPr/>
          <p:nvPr/>
        </p:nvSpPr>
        <p:spPr>
          <a:xfrm>
            <a:off x="2474962" y="1118229"/>
            <a:ext cx="1927716" cy="400110"/>
          </a:xfrm>
          <a:prstGeom prst="rect">
            <a:avLst/>
          </a:prstGeom>
          <a:solidFill>
            <a:srgbClr val="96D4DF"/>
          </a:solidFill>
        </p:spPr>
        <p:txBody>
          <a:bodyPr wrap="square">
            <a:spAutoFit/>
          </a:bodyPr>
          <a:lstStyle>
            <a:defPPr>
              <a:defRPr lang="en-US"/>
            </a:defPPr>
            <a:lvl1pPr marL="0" algn="l" defTabSz="914400" rtl="0" eaLnBrk="1" latinLnBrk="0" hangingPunct="1">
              <a:defRPr sz="1800" kern="1200">
                <a:solidFill>
                  <a:srgbClr val="1D1D1A"/>
                </a:solidFill>
                <a:latin typeface="Arial" panose="020B0604020202020204" pitchFamily="34" charset="0"/>
                <a:ea typeface="+mn-ea"/>
                <a:cs typeface="+mn-ea"/>
              </a:defRPr>
            </a:lvl1pPr>
            <a:lvl2pPr marL="457200" algn="l" defTabSz="914400" rtl="0" eaLnBrk="1" latinLnBrk="0" hangingPunct="1">
              <a:defRPr sz="1800" kern="1200">
                <a:solidFill>
                  <a:srgbClr val="1D1D1A"/>
                </a:solidFill>
                <a:latin typeface="Arial" panose="020B0604020202020204" pitchFamily="34" charset="0"/>
                <a:ea typeface="+mn-ea"/>
                <a:cs typeface="+mn-ea"/>
              </a:defRPr>
            </a:lvl2pPr>
            <a:lvl3pPr marL="914400" algn="l" defTabSz="914400" rtl="0" eaLnBrk="1" latinLnBrk="0" hangingPunct="1">
              <a:defRPr sz="1800" kern="1200">
                <a:solidFill>
                  <a:srgbClr val="1D1D1A"/>
                </a:solidFill>
                <a:latin typeface="Arial" panose="020B0604020202020204" pitchFamily="34" charset="0"/>
                <a:ea typeface="+mn-ea"/>
                <a:cs typeface="+mn-ea"/>
              </a:defRPr>
            </a:lvl3pPr>
            <a:lvl4pPr marL="1371600" algn="l" defTabSz="914400" rtl="0" eaLnBrk="1" latinLnBrk="0" hangingPunct="1">
              <a:defRPr sz="1800" kern="1200">
                <a:solidFill>
                  <a:srgbClr val="1D1D1A"/>
                </a:solidFill>
                <a:latin typeface="Arial" panose="020B0604020202020204" pitchFamily="34" charset="0"/>
                <a:ea typeface="+mn-ea"/>
                <a:cs typeface="+mn-ea"/>
              </a:defRPr>
            </a:lvl4pPr>
            <a:lvl5pPr marL="1828800" algn="l" defTabSz="914400" rtl="0" eaLnBrk="1" latinLnBrk="0" hangingPunct="1">
              <a:defRPr sz="1800" kern="1200">
                <a:solidFill>
                  <a:srgbClr val="1D1D1A"/>
                </a:solidFill>
                <a:latin typeface="Arial" panose="020B0604020202020204" pitchFamily="34" charset="0"/>
                <a:ea typeface="+mn-ea"/>
                <a:cs typeface="+mn-ea"/>
              </a:defRPr>
            </a:lvl5pPr>
            <a:lvl6pPr marL="2286000" algn="l" defTabSz="914400" rtl="0" eaLnBrk="1" latinLnBrk="0" hangingPunct="1">
              <a:defRPr sz="1800" kern="1200">
                <a:solidFill>
                  <a:srgbClr val="1D1D1A"/>
                </a:solidFill>
                <a:latin typeface="Arial" panose="020B0604020202020204" pitchFamily="34" charset="0"/>
                <a:ea typeface="+mn-ea"/>
                <a:cs typeface="+mn-ea"/>
              </a:defRPr>
            </a:lvl6pPr>
            <a:lvl7pPr marL="2743200" algn="l" defTabSz="914400" rtl="0" eaLnBrk="1" latinLnBrk="0" hangingPunct="1">
              <a:defRPr sz="1800" kern="1200">
                <a:solidFill>
                  <a:srgbClr val="1D1D1A"/>
                </a:solidFill>
                <a:latin typeface="Arial" panose="020B0604020202020204" pitchFamily="34" charset="0"/>
                <a:ea typeface="+mn-ea"/>
                <a:cs typeface="+mn-ea"/>
              </a:defRPr>
            </a:lvl7pPr>
            <a:lvl8pPr marL="3200400" algn="l" defTabSz="914400" rtl="0" eaLnBrk="1" latinLnBrk="0" hangingPunct="1">
              <a:defRPr sz="1800" kern="1200">
                <a:solidFill>
                  <a:srgbClr val="1D1D1A"/>
                </a:solidFill>
                <a:latin typeface="Arial" panose="020B0604020202020204" pitchFamily="34" charset="0"/>
                <a:ea typeface="+mn-ea"/>
                <a:cs typeface="+mn-ea"/>
              </a:defRPr>
            </a:lvl8pPr>
            <a:lvl9pPr marL="3657600" algn="l" defTabSz="914400" rtl="0" eaLnBrk="1" latinLnBrk="0" hangingPunct="1">
              <a:defRPr sz="1800" kern="1200">
                <a:solidFill>
                  <a:srgbClr val="1D1D1A"/>
                </a:solidFill>
                <a:latin typeface="Arial" panose="020B0604020202020204" pitchFamily="34" charset="0"/>
                <a:ea typeface="+mn-ea"/>
                <a:cs typeface="+mn-ea"/>
              </a:defRPr>
            </a:lvl9pPr>
          </a:lstStyle>
          <a:p>
            <a:pPr algn="ctr" defTabSz="914034">
              <a:spcAft>
                <a:spcPts val="300"/>
              </a:spcAft>
            </a:pPr>
            <a:r>
              <a:rPr lang="en-US" sz="2000" b="1" dirty="0">
                <a:solidFill>
                  <a:schemeClr val="tx1"/>
                </a:solidFill>
                <a:latin typeface="微软雅黑" panose="020B0503020204020204" pitchFamily="34" charset="-122"/>
                <a:ea typeface="微软雅黑" panose="020B0503020204020204" pitchFamily="34" charset="-122"/>
                <a:sym typeface="+mn-ea"/>
              </a:rPr>
              <a:t>WI 0-1-2-3</a:t>
            </a:r>
            <a:endParaRPr lang="zh-CN" altLang="en-US" sz="2000" b="1" dirty="0">
              <a:solidFill>
                <a:schemeClr val="tx1"/>
              </a:solidFill>
              <a:latin typeface="微软雅黑" panose="020B0503020204020204" pitchFamily="34" charset="-122"/>
              <a:ea typeface="微软雅黑" panose="020B0503020204020204" pitchFamily="34" charset="-122"/>
              <a:sym typeface="+mn-ea"/>
            </a:endParaRPr>
          </a:p>
        </p:txBody>
      </p:sp>
      <p:sp>
        <p:nvSpPr>
          <p:cNvPr id="26" name="TextBox 25">
            <a:extLst>
              <a:ext uri="{FF2B5EF4-FFF2-40B4-BE49-F238E27FC236}">
                <a16:creationId xmlns:a16="http://schemas.microsoft.com/office/drawing/2014/main" id="{40C0F36C-35AD-4FC6-A996-D073DBED711A}"/>
              </a:ext>
            </a:extLst>
          </p:cNvPr>
          <p:cNvSpPr txBox="1"/>
          <p:nvPr/>
        </p:nvSpPr>
        <p:spPr>
          <a:xfrm>
            <a:off x="9629051" y="2126837"/>
            <a:ext cx="2268749" cy="13542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White papers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kern="1200" dirty="0">
                <a:solidFill>
                  <a:schemeClr val="tx1"/>
                </a:solidFill>
                <a:effectLst/>
                <a:latin typeface="+mn-lt"/>
                <a:ea typeface="+mn-ea"/>
                <a:cs typeface="+mn-cs"/>
              </a:rPr>
              <a:t>White paper on RA challenges for AI Agents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dirty="0" err="1"/>
              <a:t>Etc</a:t>
            </a:r>
            <a:r>
              <a:rPr lang="en-US" sz="1600" dirty="0"/>
              <a:t> ….</a:t>
            </a:r>
            <a:endParaRPr lang="en-US" sz="1600" kern="1200" dirty="0">
              <a:solidFill>
                <a:schemeClr val="tx1"/>
              </a:solidFill>
              <a:effectLst/>
              <a:latin typeface="+mn-lt"/>
              <a:ea typeface="+mn-ea"/>
              <a:cs typeface="+mn-cs"/>
            </a:endParaRPr>
          </a:p>
        </p:txBody>
      </p:sp>
      <p:sp>
        <p:nvSpPr>
          <p:cNvPr id="2" name="Arrow: Right 1">
            <a:extLst>
              <a:ext uri="{FF2B5EF4-FFF2-40B4-BE49-F238E27FC236}">
                <a16:creationId xmlns:a16="http://schemas.microsoft.com/office/drawing/2014/main" id="{DED54D27-16DF-4BEC-BE1F-150A5B5E7E90}"/>
              </a:ext>
            </a:extLst>
          </p:cNvPr>
          <p:cNvSpPr/>
          <p:nvPr/>
        </p:nvSpPr>
        <p:spPr>
          <a:xfrm>
            <a:off x="8559508" y="3615941"/>
            <a:ext cx="902118" cy="41248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7DB6304-01C6-4B2A-B4A9-E2801BF42DE8}"/>
              </a:ext>
            </a:extLst>
          </p:cNvPr>
          <p:cNvSpPr txBox="1"/>
          <p:nvPr/>
        </p:nvSpPr>
        <p:spPr>
          <a:xfrm>
            <a:off x="114047" y="5765186"/>
            <a:ext cx="11891141" cy="954107"/>
          </a:xfrm>
          <a:prstGeom prst="rect">
            <a:avLst/>
          </a:prstGeom>
          <a:solidFill>
            <a:schemeClr val="tx2">
              <a:lumMod val="95000"/>
            </a:schemeClr>
          </a:solidFill>
          <a:ln>
            <a:solidFill>
              <a:schemeClr val="bg2"/>
            </a:solidFill>
          </a:ln>
        </p:spPr>
        <p:txBody>
          <a:bodyPr wrap="square">
            <a:spAutoFit/>
          </a:bodyPr>
          <a:lstStyle/>
          <a:p>
            <a:pPr marL="0" marR="0">
              <a:spcBef>
                <a:spcPts val="0"/>
              </a:spcBef>
              <a:spcAft>
                <a:spcPts val="0"/>
              </a:spcAft>
            </a:pPr>
            <a:r>
              <a:rPr lang="en-US" sz="1400" dirty="0">
                <a:effectLst/>
                <a:latin typeface="Calibri" panose="020F0502020204030204" pitchFamily="34" charset="0"/>
                <a:ea typeface="DengXian" panose="02010600030101010101" pitchFamily="2" charset="-122"/>
              </a:rPr>
              <a:t>Reminder from </a:t>
            </a:r>
            <a:r>
              <a:rPr lang="en-US" sz="1400">
                <a:effectLst/>
                <a:latin typeface="Calibri" panose="020F0502020204030204" pitchFamily="34" charset="0"/>
                <a:ea typeface="DengXian" panose="02010600030101010101" pitchFamily="2" charset="-122"/>
              </a:rPr>
              <a:t>TIDA Chairs: </a:t>
            </a:r>
            <a:r>
              <a:rPr lang="en-US" sz="1400" dirty="0">
                <a:effectLst/>
                <a:latin typeface="Calibri" panose="020F0502020204030204" pitchFamily="34" charset="0"/>
                <a:ea typeface="DengXian" panose="02010600030101010101" pitchFamily="2" charset="-122"/>
              </a:rPr>
              <a:t>Focus Group TIDA is built as a platform for pre-standardization. The goal is precisely what this group aims to achieve: establishing consensus and drawing attention to technical topics that could later lead to a standards proposal within the most suitable standardization body (SDO) for the subject (IETF, ITU, GP, etc.). Any SDO can collaborate, and the artifact does not necessarily have to be associated with just one in particular. The key is to define the authors and their affiliations.</a:t>
            </a:r>
          </a:p>
        </p:txBody>
      </p:sp>
      <p:sp>
        <p:nvSpPr>
          <p:cNvPr id="10" name="Freeform: Shape 9">
            <a:extLst>
              <a:ext uri="{FF2B5EF4-FFF2-40B4-BE49-F238E27FC236}">
                <a16:creationId xmlns:a16="http://schemas.microsoft.com/office/drawing/2014/main" id="{149460BF-FA26-4C2D-803D-3ADC957FF52E}"/>
              </a:ext>
            </a:extLst>
          </p:cNvPr>
          <p:cNvSpPr/>
          <p:nvPr/>
        </p:nvSpPr>
        <p:spPr>
          <a:xfrm>
            <a:off x="9629051" y="4017185"/>
            <a:ext cx="2304236" cy="1097091"/>
          </a:xfrm>
          <a:custGeom>
            <a:avLst/>
            <a:gdLst>
              <a:gd name="connsiteX0" fmla="*/ 1732273 w 1845864"/>
              <a:gd name="connsiteY0" fmla="*/ 0 h 795141"/>
              <a:gd name="connsiteX1" fmla="*/ 1845865 w 1845864"/>
              <a:gd name="connsiteY1" fmla="*/ 0 h 795141"/>
              <a:gd name="connsiteX2" fmla="*/ 1845865 w 1845864"/>
              <a:gd name="connsiteY2" fmla="*/ 795142 h 795141"/>
              <a:gd name="connsiteX3" fmla="*/ 1732273 w 1845864"/>
              <a:gd name="connsiteY3" fmla="*/ 795142 h 795141"/>
              <a:gd name="connsiteX4" fmla="*/ 113592 w 1845864"/>
              <a:gd name="connsiteY4" fmla="*/ 795142 h 795141"/>
              <a:gd name="connsiteX5" fmla="*/ 0 w 1845864"/>
              <a:gd name="connsiteY5" fmla="*/ 795142 h 795141"/>
              <a:gd name="connsiteX6" fmla="*/ 0 w 1845864"/>
              <a:gd name="connsiteY6" fmla="*/ 0 h 795141"/>
              <a:gd name="connsiteX7" fmla="*/ 113592 w 1845864"/>
              <a:gd name="connsiteY7" fmla="*/ 0 h 79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5864" h="795141">
                <a:moveTo>
                  <a:pt x="1732273" y="0"/>
                </a:moveTo>
                <a:cubicBezTo>
                  <a:pt x="1795008" y="0"/>
                  <a:pt x="1845865" y="0"/>
                  <a:pt x="1845865" y="0"/>
                </a:cubicBezTo>
                <a:lnTo>
                  <a:pt x="1845865" y="795142"/>
                </a:lnTo>
                <a:cubicBezTo>
                  <a:pt x="1845865" y="795142"/>
                  <a:pt x="1795008" y="795142"/>
                  <a:pt x="1732273" y="795142"/>
                </a:cubicBezTo>
                <a:lnTo>
                  <a:pt x="113592" y="795142"/>
                </a:lnTo>
                <a:cubicBezTo>
                  <a:pt x="50857" y="795142"/>
                  <a:pt x="0" y="795142"/>
                  <a:pt x="0" y="795142"/>
                </a:cubicBezTo>
                <a:lnTo>
                  <a:pt x="0" y="0"/>
                </a:lnTo>
                <a:cubicBezTo>
                  <a:pt x="0" y="0"/>
                  <a:pt x="50857" y="0"/>
                  <a:pt x="113592" y="0"/>
                </a:cubicBezTo>
                <a:close/>
              </a:path>
            </a:pathLst>
          </a:custGeom>
          <a:solidFill>
            <a:srgbClr val="F1EFE8"/>
          </a:solidFill>
          <a:ln w="14189" cap="flat">
            <a:solidFill>
              <a:srgbClr val="888780"/>
            </a:solidFill>
            <a:prstDash val="dash"/>
            <a:miter/>
          </a:ln>
        </p:spPr>
        <p:txBody>
          <a:bodyPr rtlCol="0" anchor="ctr"/>
          <a:lstStyle/>
          <a:p>
            <a:endParaRPr lang="en-US"/>
          </a:p>
        </p:txBody>
      </p:sp>
      <p:sp>
        <p:nvSpPr>
          <p:cNvPr id="11" name="TextBox 10">
            <a:extLst>
              <a:ext uri="{FF2B5EF4-FFF2-40B4-BE49-F238E27FC236}">
                <a16:creationId xmlns:a16="http://schemas.microsoft.com/office/drawing/2014/main" id="{DC8D0BDB-3EE0-415F-8B40-7217F25207D4}"/>
              </a:ext>
            </a:extLst>
          </p:cNvPr>
          <p:cNvSpPr txBox="1"/>
          <p:nvPr/>
        </p:nvSpPr>
        <p:spPr>
          <a:xfrm>
            <a:off x="9736439" y="4048405"/>
            <a:ext cx="2268749"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Organization of events (Workshop, webinar, …)</a:t>
            </a:r>
            <a:endParaRPr lang="en-US" sz="16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04301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F1E5781-6C9E-4A5E-A550-BD987E9921F9}"/>
              </a:ext>
            </a:extLst>
          </p:cNvPr>
          <p:cNvSpPr txBox="1">
            <a:spLocks/>
          </p:cNvSpPr>
          <p:nvPr/>
        </p:nvSpPr>
        <p:spPr bwMode="auto">
          <a:xfrm>
            <a:off x="829559" y="2347672"/>
            <a:ext cx="12196763" cy="61665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0" rIns="0" bIns="0" rtlCol="0" anchor="ctr">
            <a:noAutofit/>
          </a:bodyPr>
          <a:lstStyle>
            <a:lvl1pPr marR="0" indent="0" defTabSz="1218712" fontAlgn="auto">
              <a:lnSpc>
                <a:spcPct val="100000"/>
              </a:lnSpc>
              <a:spcBef>
                <a:spcPct val="0"/>
              </a:spcBef>
              <a:spcAft>
                <a:spcPts val="0"/>
              </a:spcAft>
              <a:buClrTx/>
              <a:buSzTx/>
              <a:buFontTx/>
              <a:buNone/>
              <a:tabLst/>
              <a:defRPr sz="2799" b="1">
                <a:solidFill>
                  <a:srgbClr val="C00000"/>
                </a:solidFill>
                <a:latin typeface="+mj-lt"/>
                <a:ea typeface="+mj-ea"/>
                <a:cs typeface="+mj-cs"/>
              </a:defRPr>
            </a:lvl1pPr>
            <a:lvl2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2pPr>
            <a:lvl3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3pPr>
            <a:lvl4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4pPr>
            <a:lvl5pPr marL="361950" indent="-361950" algn="l" rtl="0" eaLnBrk="0" fontAlgn="base" hangingPunct="0">
              <a:spcBef>
                <a:spcPct val="0"/>
              </a:spcBef>
              <a:spcAft>
                <a:spcPct val="0"/>
              </a:spcAft>
              <a:defRPr sz="2000" b="1">
                <a:solidFill>
                  <a:schemeClr val="tx1"/>
                </a:solidFill>
                <a:latin typeface="Arial Black" panose="020B0A04020102020204" pitchFamily="34" charset="0"/>
                <a:ea typeface="微软雅黑" panose="020B0503020204020204" charset="-122"/>
              </a:defRPr>
            </a:lvl5pPr>
            <a:lvl6pPr marL="8185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6pPr>
            <a:lvl7pPr marL="12757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7pPr>
            <a:lvl8pPr marL="17329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8pPr>
            <a:lvl9pPr marL="2190115" algn="l" rtl="0" eaLnBrk="1" fontAlgn="base" hangingPunct="1">
              <a:spcBef>
                <a:spcPct val="0"/>
              </a:spcBef>
              <a:spcAft>
                <a:spcPct val="0"/>
              </a:spcAft>
              <a:defRPr sz="2000" b="1">
                <a:solidFill>
                  <a:schemeClr val="tx1"/>
                </a:solidFill>
                <a:latin typeface="Arial" panose="020B0604020202020204" pitchFamily="34" charset="0"/>
                <a:ea typeface="黑体" panose="02010609060101010101" pitchFamily="49" charset="-122"/>
              </a:defRPr>
            </a:lvl9pPr>
          </a:lstStyle>
          <a:p>
            <a:pPr marL="0" marR="0" lvl="0" indent="0" defTabSz="1218712" rtl="0" eaLnBrk="1" fontAlgn="auto" latinLnBrk="0" hangingPunct="1">
              <a:lnSpc>
                <a:spcPct val="100000"/>
              </a:lnSpc>
              <a:spcBef>
                <a:spcPct val="0"/>
              </a:spcBef>
              <a:spcAft>
                <a:spcPts val="0"/>
              </a:spcAft>
              <a:buClrTx/>
              <a:buSzTx/>
              <a:buFontTx/>
              <a:buNone/>
              <a:tabLst/>
              <a:defRPr/>
            </a:pPr>
            <a:r>
              <a:rPr lang="en-SG" altLang="zh-CN" sz="4800" b="1" dirty="0">
                <a:solidFill>
                  <a:srgbClr val="0070C0"/>
                </a:solidFill>
              </a:rPr>
              <a:t>Thank You</a:t>
            </a:r>
            <a:endParaRPr kumimoji="0" lang="zh-CN" altLang="en-US" sz="4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2861552"/>
      </p:ext>
    </p:extLst>
  </p:cSld>
  <p:clrMapOvr>
    <a:masterClrMapping/>
  </p:clrMapOvr>
</p:sld>
</file>

<file path=ppt/theme/theme1.xml><?xml version="1.0" encoding="utf-8"?>
<a:theme xmlns:a="http://schemas.openxmlformats.org/drawingml/2006/main" name="Cover page_Image version">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ts val="3440"/>
          </a:lnSpc>
          <a:defRPr kumimoji="1" sz="3200" dirty="0" err="1" smtClean="0">
            <a:solidFill>
              <a:srgbClr val="000000"/>
            </a:solidFill>
            <a:latin typeface="Arial" panose="020B0604020202020204" pitchFamily="34" charset="0"/>
            <a:ea typeface="Microsoft YaHei" panose="020B0503020204020204" pitchFamily="34" charset="-122"/>
            <a:cs typeface="Arial" panose="020B0604020202020204" pitchFamily="34" charset="0"/>
          </a:defRPr>
        </a:defPPr>
      </a:lstStyle>
    </a:txDef>
  </a:objectDefaults>
  <a:extraClrSchemeLst/>
  <a:extLst>
    <a:ext uri="{05A4C25C-085E-4340-85A3-A5531E510DB2}">
      <thm15:themeFamily xmlns:thm15="http://schemas.microsoft.com/office/thememl/2012/main" name="演示文稿8" id="{10D78E51-8D5A-4682-A2B0-43C2A5B5BB4F}" vid="{2CAB3CEB-A314-40CA-9193-70DA3C6C90B9}"/>
    </a:ext>
  </a:extLst>
</a:theme>
</file>

<file path=ppt/theme/theme2.xml><?xml version="1.0" encoding="utf-8"?>
<a:theme xmlns:a="http://schemas.openxmlformats.org/drawingml/2006/main" name="Contents page">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ts val="3440"/>
          </a:lnSpc>
          <a:defRPr kumimoji="1" sz="2200" dirty="0" err="1" smtClean="0">
            <a:solidFill>
              <a:srgbClr val="000000"/>
            </a:solidFill>
            <a:ea typeface="Microsoft YaHei" panose="020B0503020204020204" pitchFamily="34" charset="-122"/>
            <a:cs typeface="Arial" panose="020B0604020202020204" pitchFamily="34" charset="0"/>
          </a:defRPr>
        </a:defPPr>
      </a:lstStyle>
    </a:txDef>
  </a:objectDefaults>
  <a:extraClrSchemeLst/>
  <a:extLst>
    <a:ext uri="{05A4C25C-085E-4340-85A3-A5531E510DB2}">
      <thm15:themeFamily xmlns:thm15="http://schemas.microsoft.com/office/thememl/2012/main" name="演示文稿8" id="{10D78E51-8D5A-4682-A2B0-43C2A5B5BB4F}" vid="{BD6C002A-145D-48C4-BC37-8F185842FDD8}"/>
    </a:ext>
  </a:extLst>
</a:theme>
</file>

<file path=ppt/theme/theme3.xml><?xml version="1.0" encoding="utf-8"?>
<a:theme xmlns:a="http://schemas.openxmlformats.org/drawingml/2006/main" name="Chapter page">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ts val="3440"/>
          </a:lnSpc>
          <a:defRPr kumimoji="1" dirty="0" err="1" smtClean="0">
            <a:solidFill>
              <a:srgbClr val="000000"/>
            </a:solidFill>
            <a:ea typeface="Microsoft YaHei" panose="020B0503020204020204" pitchFamily="34" charset="-122"/>
            <a:cs typeface="Arial" panose="020B0604020202020204" pitchFamily="34" charset="0"/>
          </a:defRPr>
        </a:defPPr>
      </a:lstStyle>
    </a:txDef>
  </a:objectDefaults>
  <a:extraClrSchemeLst/>
  <a:extLst>
    <a:ext uri="{05A4C25C-085E-4340-85A3-A5531E510DB2}">
      <thm15:themeFamily xmlns:thm15="http://schemas.microsoft.com/office/thememl/2012/main" name="演示文稿8" id="{10D78E51-8D5A-4682-A2B0-43C2A5B5BB4F}" vid="{9EF9C519-0329-4EF9-B266-404C2A0B68C0}"/>
    </a:ext>
  </a:extLst>
</a:theme>
</file>

<file path=ppt/theme/theme4.xml><?xml version="1.0" encoding="utf-8"?>
<a:theme xmlns:a="http://schemas.openxmlformats.org/drawingml/2006/main" name="End page">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4800" dirty="0" err="1" smtClean="0">
            <a:solidFill>
              <a:srgbClr val="000000"/>
            </a:solidFill>
            <a:latin typeface="Arial" panose="020B0604020202020204" pitchFamily="34" charset="0"/>
            <a:ea typeface="Microsoft YaHei" panose="020B0503020204020204" pitchFamily="34" charset="-122"/>
            <a:cs typeface="Arial" panose="020B0604020202020204" pitchFamily="34" charset="0"/>
          </a:defRPr>
        </a:defPPr>
      </a:lstStyle>
    </a:txDef>
  </a:objectDefaults>
  <a:extraClrSchemeLst/>
  <a:extLst>
    <a:ext uri="{05A4C25C-085E-4340-85A3-A5531E510DB2}">
      <thm15:themeFamily xmlns:thm15="http://schemas.microsoft.com/office/thememl/2012/main" name="演示文稿8" id="{10D78E51-8D5A-4682-A2B0-43C2A5B5BB4F}" vid="{19CE10E0-DEB1-4025-A926-EA35B177B1A8}"/>
    </a:ext>
  </a:extLst>
</a:theme>
</file>

<file path=ppt/theme/theme5.xml><?xml version="1.0" encoding="utf-8"?>
<a:theme xmlns:a="http://schemas.openxmlformats.org/drawingml/2006/main" name="5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6.xml><?xml version="1.0" encoding="utf-8"?>
<a:theme xmlns:a="http://schemas.openxmlformats.org/drawingml/2006/main" name="1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B0F0"/>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7.xml><?xml version="1.0" encoding="utf-8"?>
<a:theme xmlns:a="http://schemas.openxmlformats.org/drawingml/2006/main" name="1_Contents page">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ts val="3440"/>
          </a:lnSpc>
          <a:defRPr kumimoji="1" sz="2200" dirty="0" err="1" smtClean="0">
            <a:solidFill>
              <a:srgbClr val="000000"/>
            </a:solidFill>
            <a:ea typeface="Microsoft YaHei" panose="020B0503020204020204" pitchFamily="34" charset="-122"/>
            <a:cs typeface="Arial" panose="020B0604020202020204" pitchFamily="34" charset="0"/>
          </a:defRPr>
        </a:defPPr>
      </a:lstStyle>
    </a:txDef>
  </a:objectDefaults>
  <a:extraClrSchemeLst/>
  <a:extLst>
    <a:ext uri="{05A4C25C-085E-4340-85A3-A5531E510DB2}">
      <thm15:themeFamily xmlns:thm15="http://schemas.microsoft.com/office/thememl/2012/main" name="演示文稿8" id="{10D78E51-8D5A-4682-A2B0-43C2A5B5BB4F}" vid="{BD6C002A-145D-48C4-BC37-8F185842FDD8}"/>
    </a:ext>
  </a:extLst>
</a:theme>
</file>

<file path=ppt/theme/theme8.xml><?xml version="1.0" encoding="utf-8"?>
<a:theme xmlns:a="http://schemas.openxmlformats.org/drawingml/2006/main" name="Huawei Theme">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HW">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20000"/>
            <a:lumOff val="80000"/>
          </a:schemeClr>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75000"/>
            </a:schemeClr>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nSpc>
            <a:spcPct val="120000"/>
          </a:lnSpc>
          <a:defRPr kumimoji="1" sz="14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Huawei Theme" id="{647F62B1-3D4B-4948-8C15-5CC27EE27A17}" vid="{D623C6B9-339D-4145-8242-5A90F6CFFD22}"/>
    </a:ext>
  </a:extLst>
</a:theme>
</file>

<file path=ppt/theme/theme9.xml><?xml version="1.0" encoding="utf-8"?>
<a:theme xmlns:a="http://schemas.openxmlformats.org/drawingml/2006/main" name="1_Cover page_Image version">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ts val="3440"/>
          </a:lnSpc>
          <a:defRPr kumimoji="1" sz="3200" dirty="0" err="1" smtClean="0">
            <a:solidFill>
              <a:srgbClr val="000000"/>
            </a:solidFill>
            <a:latin typeface="Arial" panose="020B0604020202020204" pitchFamily="34" charset="0"/>
            <a:ea typeface="Microsoft YaHei" panose="020B0503020204020204" pitchFamily="34" charset="-122"/>
            <a:cs typeface="Arial" panose="020B0604020202020204" pitchFamily="34" charset="0"/>
          </a:defRPr>
        </a:defPPr>
      </a:lstStyle>
    </a:txDef>
  </a:objectDefaults>
  <a:extraClrSchemeLst/>
  <a:extLst>
    <a:ext uri="{05A4C25C-085E-4340-85A3-A5531E510DB2}">
      <thm15:themeFamily xmlns:thm15="http://schemas.microsoft.com/office/thememl/2012/main" name="演示文稿8" id="{10D78E51-8D5A-4682-A2B0-43C2A5B5BB4F}" vid="{2CAB3CEB-A314-40CA-9193-70DA3C6C90B9}"/>
    </a:ext>
  </a:extLst>
</a:theme>
</file>

<file path=ppt/theme/theme10.xml><?xml version="1.0" encoding="utf-8"?>
<a:theme xmlns:a="http://schemas.openxmlformats.org/drawingml/2006/main" name="1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2_Contents page">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ts val="3440"/>
          </a:lnSpc>
          <a:defRPr kumimoji="1" sz="2200" dirty="0" err="1" smtClean="0">
            <a:solidFill>
              <a:srgbClr val="000000"/>
            </a:solidFill>
            <a:ea typeface="Microsoft YaHei" panose="020B0503020204020204" pitchFamily="34" charset="-122"/>
            <a:cs typeface="Arial" panose="020B0604020202020204" pitchFamily="34" charset="0"/>
          </a:defRPr>
        </a:defPPr>
      </a:lstStyle>
    </a:txDef>
  </a:objectDefaults>
  <a:extraClrSchemeLst/>
  <a:extLst>
    <a:ext uri="{05A4C25C-085E-4340-85A3-A5531E510DB2}">
      <thm15:themeFamily xmlns:thm15="http://schemas.microsoft.com/office/thememl/2012/main" name="演示文稿8" id="{10D78E51-8D5A-4682-A2B0-43C2A5B5BB4F}" vid="{BD6C002A-145D-48C4-BC37-8F185842FDD8}"/>
    </a:ext>
  </a:extLst>
</a:theme>
</file>

<file path=ppt/theme/theme12.xml><?xml version="1.0" encoding="utf-8"?>
<a:theme xmlns:a="http://schemas.openxmlformats.org/drawingml/2006/main" name="12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B0F0"/>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Template>
  <TotalTime>18024</TotalTime>
  <Words>819</Words>
  <Application>Microsoft Office PowerPoint</Application>
  <PresentationFormat>Custom</PresentationFormat>
  <Paragraphs>114</Paragraphs>
  <Slides>8</Slides>
  <Notes>7</Notes>
  <HiddenSlides>0</HiddenSlides>
  <MMClips>0</MMClips>
  <ScaleCrop>false</ScaleCrop>
  <HeadingPairs>
    <vt:vector size="6" baseType="variant">
      <vt:variant>
        <vt:lpstr>Fonts Used</vt:lpstr>
      </vt:variant>
      <vt:variant>
        <vt:i4>10</vt:i4>
      </vt:variant>
      <vt:variant>
        <vt:lpstr>Theme</vt:lpstr>
      </vt:variant>
      <vt:variant>
        <vt:i4>12</vt:i4>
      </vt:variant>
      <vt:variant>
        <vt:lpstr>Slide Titles</vt:lpstr>
      </vt:variant>
      <vt:variant>
        <vt:i4>8</vt:i4>
      </vt:variant>
    </vt:vector>
  </HeadingPairs>
  <TitlesOfParts>
    <vt:vector size="30" baseType="lpstr">
      <vt:lpstr>FrutigerNext LT Light</vt:lpstr>
      <vt:lpstr>FrutigerNext LT Regular</vt:lpstr>
      <vt:lpstr>Helvetica Neue</vt:lpstr>
      <vt:lpstr>Microsoft YaHei</vt:lpstr>
      <vt:lpstr>Microsoft YaHei</vt:lpstr>
      <vt:lpstr>ui-sans-serif</vt:lpstr>
      <vt:lpstr>Arial</vt:lpstr>
      <vt:lpstr>Calibri</vt:lpstr>
      <vt:lpstr>Poppins SemiBold</vt:lpstr>
      <vt:lpstr>Wingdings</vt:lpstr>
      <vt:lpstr>Cover page_Image version</vt:lpstr>
      <vt:lpstr>Contents page</vt:lpstr>
      <vt:lpstr>Chapter page</vt:lpstr>
      <vt:lpstr>End page</vt:lpstr>
      <vt:lpstr>5_章节页</vt:lpstr>
      <vt:lpstr>11_章节页</vt:lpstr>
      <vt:lpstr>1_Contents page</vt:lpstr>
      <vt:lpstr>Huawei Theme</vt:lpstr>
      <vt:lpstr>1_Cover page_Image version</vt:lpstr>
      <vt:lpstr>1_内容Copytext </vt:lpstr>
      <vt:lpstr>2_Contents page</vt:lpstr>
      <vt:lpstr>12_章节页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yuanzhimeng</dc:creator>
  <cp:lastModifiedBy>Houda Labiod</cp:lastModifiedBy>
  <cp:revision>550</cp:revision>
  <cp:lastPrinted>2026-09-02T08:54:56Z</cp:lastPrinted>
  <dcterms:created xsi:type="dcterms:W3CDTF">2020-08-28T08:36:40Z</dcterms:created>
  <dcterms:modified xsi:type="dcterms:W3CDTF">2026-09-30T07:57:32Z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(3)MvEcCh+nKrkGsOQoCYp8e/KAQ4mlNKRFfvD6Ku91fYcT9i70ntlVJb6Bl4wWkMYfmporRjby
804gLQUXNhfAIsih0EBF7pwX/u86T5NkkNdnwH6njj7ckaVCWaLoTdIFNjRVMupqUMT9pr7p
egc8Zkq53aNNmcnmBU+r84c+NSaFsaV53SHivNEwUeiUcN+RHKiFqg9LWGQ9o5DmyP9+5TOg
3G1ZCkm6rUnM7/K+bd</vt:lpwstr>
  </property>
  <property fmtid="{D5CDD505-2E9C-101B-9397-08002B2CF9AE}" pid="3" name="_2015_ms_pID_7253431">
    <vt:lpwstr>Fx77WoRTCrQE+qG3iqYG7eWGvTJJSHDRxB0PwMZFgPVyyW2i1G+A2x
UPLBpE8QGVSTZ/CcgdQiFtmaBCwUaDzLHRpk8JU/8bR012L2SGwDsQiruidaDrsdDUdwY0Rf
7nAQq6cwRaABqNuQaDte24oYH7JkCL8ub7TjG1rQeeheiQjTyK8LqxVnTirrMxTmnzNm+SWC
fWHOz3KzIwAhV7hbW4i1lf6cFjWrhrhv2ugc</vt:lpwstr>
  </property>
  <property fmtid="{D5CDD505-2E9C-101B-9397-08002B2CF9AE}" pid="4" name="_2015_ms_pID_7253432">
    <vt:lpwstr>IZwT1V5ZhHcmXGy6Q4q2BJA=</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1777446962</vt:lpwstr>
  </property>
</Properties>
</file>